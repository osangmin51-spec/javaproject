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819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app/MiniProjectApp.java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819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2219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14884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2219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78892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86207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78892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86207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50215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repository/MySqlDatabase.java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42900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50215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테이블 생성, 데이터 저장/로드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406908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1422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external/KisQuotePoller.java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406908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41422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70916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7823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domain/StockCategories.java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70916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7823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위험 설명 타입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534924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223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view/MiniDashboardPage.java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534924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54223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app.MiniProjectApp → controller.MiniHandler → service.MiniProject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모의 계좌/종목/거래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app.MiniProjectApp, controller.MiniHandler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DatabaseSnapshot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생성, 데이터 로드/저장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view.MiniDashboardPage, util.Json,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화면 역할을 실제 패키지로 나눴고, 제출용 컴파일도 src/main/java 전체를 기준으로 검증한다.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최종 화면은 실제 증권 웹앱처럼 흰 배경, 표 중심 구성, 상승 빨강/하락 파랑 색상 체계를 적용했다.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테이블에 상시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필수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모의 계좌/종목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연결과 SQL 실행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1. 브라우저 요청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GET /api/state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POST /api/stock/buy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POST /api/stock/sell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108960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10712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5304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2. MiniHandler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75304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URL을 확인하고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 메서드 호출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5925312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27064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3. MiniProject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91656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잔액 확인 → 수량 확인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갱신 → 거래 기록 추가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8741664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43416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08008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4. 저장소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08008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MySQL 테이블에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계좌/보유/거래 기록 저장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22960" y="306324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핵심 - MiniHandler.java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355848"/>
            <a:ext cx="5166360" cy="896112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34838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"/api/stock/sell" -&gt; project.sellStock(body);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6263640" y="306324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매수/저장 핵심 - MiniProject.java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3355848"/>
            <a:ext cx="5166360" cy="896112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4838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member.shares.compute(stockName, (key, share) -&gt; ...);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822960" y="4892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발표에서는 코드 전체를 읽기보다, 웹 요청이 서비스 로직을 거쳐 저장소까지 이어지는 흐름을 설명한다.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67085"/>
                </a:solidFill>
              </a:rPr>
              <a:t>실제 상세 구현은 GitHub의 MiniHandler.java, MiniProject.java, repository/MySqlDatabase.java에서 확인할 수 있다.</a:t>
            </a:r>
            <a:endParaRPr lang="en-US" sz="11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정리 완료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물리적 분리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문서 정합성 완료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PPT, 보고서, README가 실제 코드 구조와 같은 용어를 쓰도록 최종 정리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0~4초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바로 모의투자 화면이 열리는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4~8초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8~12초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12~16초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2026-06-15T08:25:28Z</dcterms:created>
  <dcterms:modified xsi:type="dcterms:W3CDTF">2026-06-15T08:25:28Z</dcterms:modified>
</cp:coreProperties>
</file>