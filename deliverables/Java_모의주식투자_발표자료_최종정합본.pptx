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단계 vs 최종 구현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2167128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9875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852928" y="914400"/>
            <a:ext cx="4117543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9875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제안 단계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970471" y="914400"/>
            <a:ext cx="4550969" cy="72390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3623" y="9875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최종 구현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16383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17114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852928" y="16383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0" y="17114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미니프로젝트 기능 구현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970471" y="16383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43623" y="17114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 기반 모의주식투자 웹앱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85800" y="23622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24353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데이터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852928" y="23622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26080" y="24353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내부 샘플/모의 가격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970471" y="23622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3623" y="24353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한국투자증권 KIS 현재가와 거래량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85800" y="30861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952" y="31592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852928" y="30861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26080" y="31592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메모리 중심 구상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970471" y="30861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3623" y="31592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필수 저장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85800" y="3810000"/>
            <a:ext cx="2167128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952" y="38831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852928" y="3810000"/>
            <a:ext cx="4117543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26080" y="38831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목록과 입력 화면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970471" y="3810000"/>
            <a:ext cx="4550969" cy="72390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43623" y="38831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상세, 그래프, 포트폴리오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85800" y="4533900"/>
            <a:ext cx="2167128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8952" y="4607052"/>
            <a:ext cx="202082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흐름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852928" y="4533900"/>
            <a:ext cx="4117543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26080" y="4607052"/>
            <a:ext cx="3971239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드롭다운 선택 후 주문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970471" y="4533900"/>
            <a:ext cx="4550969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43623" y="4607052"/>
            <a:ext cx="4404665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클릭 후 상세 확인과 매매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5321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b="1" dirty="0">
                <a:solidFill>
                  <a:srgbClr val="1F5FBF"/>
                </a:solidFill>
              </a:rPr>
              <a:t>처음에는 기능 구현 중심이었지만, 최종본은 실제 시세와 저장 구조를 갖춘 모의투자 흐름으로 바뀌었다.</a:t>
            </a:r>
            <a:endParaRPr lang="en-US" sz="13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MockBrokerServer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가격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BrokerFeedClient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2119579" cy="7391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987552"/>
            <a:ext cx="1973275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묶음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22499" y="914400"/>
            <a:ext cx="4685386" cy="7391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95651" y="987552"/>
            <a:ext cx="4539082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파일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07885" y="914400"/>
            <a:ext cx="4350715" cy="73914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81037" y="987552"/>
            <a:ext cx="4204411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1653540"/>
            <a:ext cx="2119579" cy="7391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1726692"/>
            <a:ext cx="1973275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실행/요청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22499" y="1653540"/>
            <a:ext cx="4685386" cy="7391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95651" y="1726692"/>
            <a:ext cx="4539082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307885" y="1653540"/>
            <a:ext cx="4350715" cy="7391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81037" y="1726692"/>
            <a:ext cx="4204411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시작과 API 라우팅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02920" y="2392680"/>
            <a:ext cx="2119579" cy="7391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2465832"/>
            <a:ext cx="1973275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로직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22499" y="2392680"/>
            <a:ext cx="4685386" cy="7391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95651" y="2465832"/>
            <a:ext cx="4539082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307885" y="2392680"/>
            <a:ext cx="4350715" cy="7391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81037" y="2465832"/>
            <a:ext cx="4204411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관리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31820"/>
            <a:ext cx="2119579" cy="7391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3204972"/>
            <a:ext cx="1973275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22499" y="3131820"/>
            <a:ext cx="4685386" cy="7391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95651" y="3204972"/>
            <a:ext cx="4539082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ProjectDatabase, MySqlDatabase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307885" y="3131820"/>
            <a:ext cx="4350715" cy="7391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81037" y="3204972"/>
            <a:ext cx="4204411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필수 저장과 데이터 로드/저장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02920" y="3870960"/>
            <a:ext cx="2119579" cy="7391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6072" y="3944112"/>
            <a:ext cx="1973275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22499" y="3870960"/>
            <a:ext cx="4685386" cy="7391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95651" y="3944112"/>
            <a:ext cx="4539082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KisWebSocketQuoteClient, MockBrokerServer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307885" y="3870960"/>
            <a:ext cx="4350715" cy="73914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81037" y="3944112"/>
            <a:ext cx="4204411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시세와 모의 소켓 Tick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02920" y="4610100"/>
            <a:ext cx="2119579" cy="7391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072" y="4683252"/>
            <a:ext cx="1973275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화면/도메인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22499" y="4610100"/>
            <a:ext cx="4685386" cy="7391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95651" y="4683252"/>
            <a:ext cx="4539082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MiniDashboardPage, Member, Stock, Share, TradeLog, StockCategories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307885" y="4610100"/>
            <a:ext cx="4350715" cy="73914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1037" y="4683252"/>
            <a:ext cx="4204411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UI와 종목/거래 데이터 모델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77240" y="5532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현재 최종본에서는 예비 저장소를 제거하고 MySQL 저장소만 사용한다.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app.MiniProjectApp → controller.MiniHandler → service.MiniProject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모의 계좌/종목/거래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MockBrokerServer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위험 설명이 실제 종목 상세에 쓰이도록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1912010" cy="7315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987552"/>
            <a:ext cx="17657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69210" y="914400"/>
            <a:ext cx="3374136" cy="7315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42362" y="987552"/>
            <a:ext cx="3227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743346" y="914400"/>
            <a:ext cx="3036722" cy="7315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16498" y="987552"/>
            <a:ext cx="2890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780069" y="914400"/>
            <a:ext cx="2924251" cy="7315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53221" y="987552"/>
            <a:ext cx="27779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645920"/>
            <a:ext cx="1912010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1719072"/>
            <a:ext cx="17657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369210" y="1645920"/>
            <a:ext cx="3374136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42362" y="1719072"/>
            <a:ext cx="3227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MiniProjectApp, 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743346" y="1645920"/>
            <a:ext cx="3036722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16498" y="1719072"/>
            <a:ext cx="2890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780069" y="1645920"/>
            <a:ext cx="2924251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53221" y="1719072"/>
            <a:ext cx="27779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57200" y="2377440"/>
            <a:ext cx="1912010" cy="7315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2450592"/>
            <a:ext cx="17657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369210" y="2377440"/>
            <a:ext cx="3374136" cy="7315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42362" y="2450592"/>
            <a:ext cx="3227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743346" y="2377440"/>
            <a:ext cx="3036722" cy="7315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16498" y="2450592"/>
            <a:ext cx="2890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780069" y="2377440"/>
            <a:ext cx="2924251" cy="7315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3221" y="2450592"/>
            <a:ext cx="27779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매매, 포트폴리오,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57200" y="3108960"/>
            <a:ext cx="1912010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3182112"/>
            <a:ext cx="17657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369210" y="3108960"/>
            <a:ext cx="3374136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42362" y="3182112"/>
            <a:ext cx="3227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743346" y="3108960"/>
            <a:ext cx="3036722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16498" y="3182112"/>
            <a:ext cx="2890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interface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780069" y="3108960"/>
            <a:ext cx="2924251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53221" y="3182112"/>
            <a:ext cx="27779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종목, 거래 데이터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57200" y="3840480"/>
            <a:ext cx="1912010" cy="7315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" y="3913632"/>
            <a:ext cx="17657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API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369210" y="3840480"/>
            <a:ext cx="3374136" cy="7315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42362" y="3913632"/>
            <a:ext cx="3227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743346" y="3840480"/>
            <a:ext cx="3036722" cy="7315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16498" y="3913632"/>
            <a:ext cx="2890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780069" y="3840480"/>
            <a:ext cx="2924251" cy="7315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853221" y="3913632"/>
            <a:ext cx="27779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1912010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0352" y="4645152"/>
            <a:ext cx="176570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저장소/화면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369210" y="4572000"/>
            <a:ext cx="3374136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42362" y="4645152"/>
            <a:ext cx="32278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MiniDashboardPage, Json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743346" y="4572000"/>
            <a:ext cx="3036722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816498" y="4645152"/>
            <a:ext cx="2890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HTML/CSS/JS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780069" y="4572000"/>
            <a:ext cx="2924251" cy="7315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53221" y="4645152"/>
            <a:ext cx="27779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저장과 웹 화면 렌더링</a:t>
            </a:r>
            <a:endParaRPr lang="en-US" sz="920" dirty="0"/>
          </a:p>
        </p:txBody>
      </p:sp>
      <p:sp>
        <p:nvSpPr>
          <p:cNvPr id="54" name="Text 52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화면 역할을 실제 패키지로 나눴고, 제출용 컴파일도 src/main/java 전체를 기준으로 검증한다.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최종 화면은 실제 증권 웹앱처럼 흰 배경, 표 중심 구성, 상승 빨강/하락 파랑 색상 체계를 적용했다.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테이블에 상시 저장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필수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모의 계좌/종목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연결과 SQL 실행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1. 브라우저 요청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GET /api/state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POST /api/stock/buy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POST /api/stock/sell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108960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10712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5304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2. MiniHandler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75304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URL을 확인하고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 메서드 호출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5925312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27064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3. MiniProject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91656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잔액 확인 → 수량 확인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갱신 → 거래 기록 추가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8741664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43416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08008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4. 저장소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08008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MySQL 테이블에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계좌/보유/거래 기록 저장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22960" y="3063240"/>
            <a:ext cx="5166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핵심 - MiniHandler.java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355848"/>
            <a:ext cx="5166360" cy="896112"/>
          </a:xfrm>
          <a:prstGeom prst="roundRect">
            <a:avLst>
              <a:gd name="adj" fmla="val 4082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34838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"/api/stock/sell" -&gt; project.sellStock(body);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6263640" y="3063240"/>
            <a:ext cx="5166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매수/저장 핵심 - MiniProject.java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3355848"/>
            <a:ext cx="5166360" cy="896112"/>
          </a:xfrm>
          <a:prstGeom prst="roundRect">
            <a:avLst>
              <a:gd name="adj" fmla="val 4082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4838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member.shares.compute(stockName, (key, share) -&gt; ...);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822960" y="4892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발표에서는 코드 전체를 읽기보다, 웹 요청이 서비스 로직을 거쳐 저장소까지 이어지는 흐름을 설명한다.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67085"/>
                </a:solidFill>
              </a:rPr>
              <a:t>실제 상세 구현은 GitHub의 MiniHandler.java, MiniProject.java, repository/MySqlDatabase.java에서 확인할 수 있다.</a:t>
            </a:r>
            <a:endParaRPr lang="en-US" sz="11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정리 완료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src/main/java 아래 app/controller/service/domain/repository/external/view/util 패키지로 물리적 분리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개선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테스트 코드 보강, 서비스 세분화, WebSocket 실환경 검증 결과 문서화</a:t>
            </a:r>
            <a:endParaRPr lang="en-US" sz="107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0~7초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바로 모의투자 화면이 열리는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7~14초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14~23초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23~31초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2026-06-15T11:19:37Z</dcterms:created>
  <dcterms:modified xsi:type="dcterms:W3CDTF">2026-06-15T11:19:37Z</dcterms:modified>
</cp:coreProperties>
</file>