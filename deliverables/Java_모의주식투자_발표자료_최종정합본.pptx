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단계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2167128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9875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52928" y="914400"/>
            <a:ext cx="4117543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9875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 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70471" y="914400"/>
            <a:ext cx="4550969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3623" y="9875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16383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14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852928" y="16383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7114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970471" y="16383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3623" y="17114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 기반 모의주식투자 웹앱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5800" y="23622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24353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데이터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852928" y="23622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24353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샘플/모의 가격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970471" y="23622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3623" y="24353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KIS 현재가와 거래량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30861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31592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52928" y="30861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31592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970471" y="30861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3623" y="31592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필수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38100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831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852928" y="38100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38831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970471" y="38100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3623" y="38831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85800" y="45339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" y="46070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흐름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852928" y="45339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6070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70471" y="45339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3623" y="46070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후 상세 확인과 매매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532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F5FBF"/>
                </a:solidFill>
              </a:rPr>
              <a:t>처음에는 기능 구현 중심이었지만, 최종본은 실제 시세와 저장 구조를 갖춘 모의투자 흐름으로 바뀌었다.</a:t>
            </a:r>
            <a:endParaRPr lang="en-US" sz="13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MockBrokerServer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가격 Tick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BrokerFeedClient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2119579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144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묶음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2499" y="841248"/>
            <a:ext cx="4685386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5651" y="9144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파일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41248"/>
            <a:ext cx="4350715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144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35178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42494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실행/요청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22499" y="135178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5651" y="142494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35178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42494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시작과 API 라우팅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186232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193548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로직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22499" y="186232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5651" y="193548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186232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193548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관리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237286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44602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22499" y="237286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5651" y="244602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ProjectDatabase, MySqlDatabase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237286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244602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저장과 데이터 로드/저장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288340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95656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22499" y="288340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5651" y="295656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KisWebSocketQuoteClient, MockBrokerServer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288340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295656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시세와 모의 소켓 Tick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339394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4671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화면/도메인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22499" y="339394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95651" y="34671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MiniDashboardPage, Member, Stock, Share, TradeLog, StockCategories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339394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34671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UI와 종목/거래 데이터 모델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772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라우팅 - MiniHandler.java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"/api/state" -&gt; project.stateJson();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62636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 저장 - MiniProject.java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계좌, 종목, 보유, 거래 내역 표현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27532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3991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59436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 → 종목별 회사 프로필 클래스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회사명, 업종, 설명 형식을 공통화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17220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3679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→ 업종별 분류/위험 설명 규칙 통일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상세 화면에서 업종 설명으로 사용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960120" y="4160520"/>
            <a:ext cx="254889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423367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검증 항목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09010" y="4160520"/>
            <a:ext cx="764667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82162" y="423367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결과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120" y="451485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3272" y="458800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타입 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509010" y="451485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2162" y="458800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 / interface / enum 합계 111개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960120" y="4869180"/>
            <a:ext cx="254889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3272" y="494233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패키지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3509010" y="4869180"/>
            <a:ext cx="764667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82162" y="494233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app, controller, service, domain, repository, external, view, util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960120" y="522351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3272" y="529666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설계 목적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3509010" y="522351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82162" y="529666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조건 맞추기용 더미가 아니라 종목 상세와 설명에 쓰이는 구조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68680"/>
            <a:ext cx="200802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418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0942" y="868680"/>
            <a:ext cx="479694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4094" y="9418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활용한 Java 클래스/라이브러리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68680"/>
            <a:ext cx="4350715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418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프로젝트에서 맡은 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62306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69621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서버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10942" y="162306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4094" y="169621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62306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69621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브라우저 요청 수신, API 응답, 서버 스레드 관리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237744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45059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API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10942" y="237744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4094" y="245059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237744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245059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조회와 WebSocket 구독 시도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313182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320497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상태 관리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10942" y="313182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84094" y="320497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LinkedHashMap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313182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320497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상태, 거래 기록, 가격 히스토리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88620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395935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DB 저장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10942" y="388620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4094" y="395935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 DriverManager, PreparedStatement, ResultSet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388620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395935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계좌/보유/거래 기록 저장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464058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47137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시간/출력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10942" y="464058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84094" y="47137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LocalDateTime, DateTimeFormatter, StringBuilder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464058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47137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 시간 표시와 HTML/JSON 문자열 생성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3246120" cy="53035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6" name="Image 0" descr="C:\Users\user\Documents\Codex\2026-05-19\100\deliverables\ui-screenshots\ui-crop-01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60120"/>
            <a:ext cx="3108960" cy="50840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1264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시장 시세 / 검색 / 페이지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3977640" y="841248"/>
            <a:ext cx="7635240" cy="342900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9" name="Image 1" descr="C:\Users\user\Documents\Codex\2026-05-19\100\deliverables\ui-screenshots\ui-crop-02-detail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960120"/>
            <a:ext cx="4983480" cy="3383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60520" y="4315968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종목 상세 / 매수·매도 입력</a:t>
            </a:r>
            <a:endParaRPr lang="en-US" sz="920" dirty="0"/>
          </a:p>
        </p:txBody>
      </p:sp>
      <p:sp>
        <p:nvSpPr>
          <p:cNvPr id="11" name="Text 7"/>
          <p:cNvSpPr/>
          <p:nvPr/>
        </p:nvSpPr>
        <p:spPr>
          <a:xfrm>
            <a:off x="9326880" y="1234440"/>
            <a:ext cx="1920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검색 결과에서 종목을 누르면</a:t>
            </a:r>
            <a:endParaRPr lang="en-US" sz="1130" dirty="0"/>
          </a:p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상세 정보와 주문 입력이</a:t>
            </a:r>
            <a:endParaRPr lang="en-US" sz="1130" dirty="0"/>
          </a:p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같은 화면에서 이어진다.</a:t>
            </a:r>
            <a:endParaRPr lang="en-US" sz="1130" dirty="0"/>
          </a:p>
        </p:txBody>
      </p:sp>
      <p:sp>
        <p:nvSpPr>
          <p:cNvPr id="12" name="Text 8"/>
          <p:cNvSpPr/>
          <p:nvPr/>
        </p:nvSpPr>
        <p:spPr>
          <a:xfrm>
            <a:off x="9326880" y="2487168"/>
            <a:ext cx="18745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67085"/>
                </a:solidFill>
              </a:rPr>
              <a:t>시세 확인 → 수량 입력 → 매수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667085"/>
                </a:solidFill>
              </a:rPr>
              <a:t>보유 종목 기준 매도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3977640" y="4709160"/>
            <a:ext cx="76352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14" name="Image 2" descr="C:\Users\user\Documents\Codex\2026-05-19\100\deliverables\ui-screenshots\ui-crop-03-portfol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4828032"/>
            <a:ext cx="7388352" cy="8229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60520" y="5779008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보유 종목 / 평가금액 / 손익률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개선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테스트 코드 보강, 서비스 세분화, WebSocket 실환경 검증 결과 문서화</a:t>
            </a:r>
            <a:endParaRPr lang="en-US" sz="10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0~8초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웹사이트 접속과 시장 시세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자산 요약과 거래량 상위 종목 확인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8~17초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종목코드 검색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검색창에 009150을 입력해 삼성전기 조회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17~30초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상세와 그래프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가격 변화 그래프 확인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30~44초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수량 입력 후 매수, 보유 종목 손익 확인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2026-06-15T14:31:52Z</dcterms:created>
  <dcterms:modified xsi:type="dcterms:W3CDTF">2026-06-15T14:31:52Z</dcterms:modified>
</cp:coreProperties>
</file>