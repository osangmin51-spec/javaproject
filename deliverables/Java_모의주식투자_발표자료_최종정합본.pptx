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순서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발표 내용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핵심 질문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만들었는가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과제용 모의투자에서 무엇을 보여줄 것인가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사용자는 어떻게 쓰는가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종목을 보고 바로 매매할 수 있는가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데이터는 어떻게 흐르는가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시세, 저장소, 포트폴리오 계산이 어떻게 연결되는가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코드는 어떻게 나뉘는가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서버, 서비스, DB, 외부 API, 화면 역할이 분리되는가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5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어떤 시행착오가 있었는가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개발 중 바꾼 판단은 무엇인가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발표는 기능 나열보다 사용 흐름과 데이터 흐름을 먼저 설명한 뒤, 그 흐름을 Java 코드가 어떻게 처리하는지 보여주는 순서로 진행한다.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단계 vs 최종 구현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2167128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9875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52928" y="914400"/>
            <a:ext cx="4117543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9875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제안 단계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970471" y="914400"/>
            <a:ext cx="4550969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3623" y="9875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최종 구현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16383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17114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852928" y="16383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0" y="17114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미니프로젝트 기능 구현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970471" y="16383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3623" y="17114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 기반 모의주식투자 웹앱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85800" y="2362200"/>
            <a:ext cx="2167128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24353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데이터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852928" y="2362200"/>
            <a:ext cx="4117543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24353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내부 샘플/모의 가격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970471" y="2362200"/>
            <a:ext cx="4550969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3623" y="24353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한국투자증권 KIS 현재가와 거래량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85800" y="30861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" y="31592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852928" y="30861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6080" y="31592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메모리 중심 구상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6970471" y="30861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3623" y="31592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 필수 저장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85800" y="3810000"/>
            <a:ext cx="2167128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952" y="38831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852928" y="3810000"/>
            <a:ext cx="4117543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26080" y="38831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기본 목록과 입력 화면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970471" y="3810000"/>
            <a:ext cx="4550969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3623" y="38831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상세, 그래프, 포트폴리오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85800" y="45339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8952" y="46070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흐름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852928" y="45339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46070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드롭다운 선택 후 주문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6970471" y="45339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3623" y="46070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클릭 후 상세 확인과 매매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868680" y="5532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1F5FBF"/>
                </a:solidFill>
              </a:rPr>
              <a:t>처음에는 기능 구현 중심이었지만, 최종본은 실제 시세와 저장 구조를 갖춘 모의투자 흐름으로 바뀌었다.</a:t>
            </a:r>
            <a:endParaRPr lang="en-US" sz="13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4" name="Text 12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저장소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7" name="Shape 15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MockBrokerServer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가격 Tick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BrokerFeedClient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841248"/>
            <a:ext cx="2119579" cy="5105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91440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묶음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22499" y="841248"/>
            <a:ext cx="4685386" cy="5105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95651" y="91440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파일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07885" y="841248"/>
            <a:ext cx="4350715" cy="5105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81037" y="91440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1351788"/>
            <a:ext cx="2119579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142494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실행/요청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622499" y="1351788"/>
            <a:ext cx="4685386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5651" y="142494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MiniProjectApp, MiniHandler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307885" y="1351788"/>
            <a:ext cx="4350715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81037" y="142494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시작과 API 라우팅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02920" y="1862328"/>
            <a:ext cx="2119579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193548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로직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622499" y="1862328"/>
            <a:ext cx="4685386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95651" y="193548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307885" y="1862328"/>
            <a:ext cx="4350715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81037" y="193548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매매, 포트폴리오, 시세 상태 관리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02920" y="2372868"/>
            <a:ext cx="2119579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244602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622499" y="2372868"/>
            <a:ext cx="4685386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95651" y="244602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ProjectDatabase, MySqlDatabase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7307885" y="2372868"/>
            <a:ext cx="4350715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81037" y="244602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필수 저장과 데이터 로드/저장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2883408"/>
            <a:ext cx="2119579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295656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622499" y="2883408"/>
            <a:ext cx="4685386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95651" y="295656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KisWebSocketQuoteClient, MockBrokerServer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307885" y="2883408"/>
            <a:ext cx="4350715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81037" y="295656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시세와 모의 소켓 Tick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502920" y="3393948"/>
            <a:ext cx="2119579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" y="346710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화면/도메인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622499" y="3393948"/>
            <a:ext cx="4685386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95651" y="346710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MiniDashboardPage, Member, Stock, Share, TradeLog, StockCategories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7307885" y="3393948"/>
            <a:ext cx="4350715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81037" y="346710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UI와 종목/거래 데이터 모델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777240" y="425196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라우팅 - MiniHandler.java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77240" y="4544568"/>
            <a:ext cx="5212080" cy="941832"/>
          </a:xfrm>
          <a:prstGeom prst="roundRect">
            <a:avLst>
              <a:gd name="adj" fmla="val 3883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4672584"/>
            <a:ext cx="4937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"/api/stock/buy" -&gt; project.buyStock(body);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"/api/stock/sell" -&gt; project.sellStock(body);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"/api/state" -&gt; project.stateJson();</a:t>
            </a:r>
            <a:endParaRPr lang="en-US" sz="690" dirty="0"/>
          </a:p>
        </p:txBody>
      </p:sp>
      <p:sp>
        <p:nvSpPr>
          <p:cNvPr id="44" name="Text 42"/>
          <p:cNvSpPr/>
          <p:nvPr/>
        </p:nvSpPr>
        <p:spPr>
          <a:xfrm>
            <a:off x="6263640" y="425196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매매 저장 - MiniProject.java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63640" y="4544568"/>
            <a:ext cx="5212080" cy="941832"/>
          </a:xfrm>
          <a:prstGeom prst="roundRect">
            <a:avLst>
              <a:gd name="adj" fmla="val 3883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0" y="4672584"/>
            <a:ext cx="4937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member.shares.compute(stockName, (key, share) -&gt; ...);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868680"/>
            <a:ext cx="3246120" cy="1024128"/>
          </a:xfrm>
          <a:prstGeom prst="roundRect">
            <a:avLst>
              <a:gd name="adj" fmla="val 5357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014984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" y="1344168"/>
            <a:ext cx="2916936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MiniProjectApp → MiniHandler → 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4434840" y="868680"/>
            <a:ext cx="32461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014984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99432" y="1344168"/>
            <a:ext cx="2916936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계좌, 종목, 보유, 거래 내역 표현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8275320" y="868680"/>
            <a:ext cx="32461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39912" y="1014984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39912" y="1344168"/>
            <a:ext cx="2916936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MockBrokerServer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594360" y="2331720"/>
            <a:ext cx="5349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2478024"/>
            <a:ext cx="5020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2807208"/>
            <a:ext cx="5020056" cy="5212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 → 종목별 회사 프로필 클래스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회사명, 업종, 설명 형식을 공통화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172200" y="2331720"/>
            <a:ext cx="5349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36792" y="2478024"/>
            <a:ext cx="5020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36792" y="2807208"/>
            <a:ext cx="5020056" cy="5212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→ 업종별 분류/위험 설명 규칙 통일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상세 화면에서 업종 설명으로 사용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960120" y="4160520"/>
            <a:ext cx="2548890" cy="35433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3272" y="4233672"/>
            <a:ext cx="240258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검증 항목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09010" y="4160520"/>
            <a:ext cx="7646670" cy="35433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82162" y="4233672"/>
            <a:ext cx="750036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결과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60120" y="4514850"/>
            <a:ext cx="2548890" cy="35433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3272" y="4588002"/>
            <a:ext cx="240258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타입 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3509010" y="4514850"/>
            <a:ext cx="7646670" cy="35433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82162" y="4588002"/>
            <a:ext cx="750036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 / interface / enum 합계 111개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960120" y="4869180"/>
            <a:ext cx="2548890" cy="35433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33272" y="4942332"/>
            <a:ext cx="240258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패키지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3509010" y="4869180"/>
            <a:ext cx="7646670" cy="35433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82162" y="4942332"/>
            <a:ext cx="750036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app, controller, service, domain, repository, external, view, util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960120" y="5223510"/>
            <a:ext cx="2548890" cy="35433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33272" y="5296662"/>
            <a:ext cx="240258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설계 목적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3509010" y="5223510"/>
            <a:ext cx="7646670" cy="35433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82162" y="5296662"/>
            <a:ext cx="750036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조건 맞추기용 더미가 아니라 종목 상세와 설명에 쓰이는 구조</a:t>
            </a:r>
            <a:endParaRPr lang="en-US" sz="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868680"/>
            <a:ext cx="2008022" cy="7543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94183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10942" y="868680"/>
            <a:ext cx="4796942" cy="7543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84094" y="94183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활용한 Java 클래스/라이브러리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07885" y="868680"/>
            <a:ext cx="4350715" cy="7543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81037" y="94183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프로젝트에서 맡은 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1623060"/>
            <a:ext cx="200802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169621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서버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510942" y="1623060"/>
            <a:ext cx="479694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84094" y="169621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HttpExchange, Executors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307885" y="1623060"/>
            <a:ext cx="4350715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81037" y="169621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브라우저 요청 수신, API 응답, 서버 스레드 관리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02920" y="2377440"/>
            <a:ext cx="2008022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245059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API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510942" y="2377440"/>
            <a:ext cx="4796942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4094" y="245059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HttpRequest, WebSocket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307885" y="2377440"/>
            <a:ext cx="4350715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81037" y="245059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조회와 WebSocket 구독 시도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02920" y="3131820"/>
            <a:ext cx="200802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320497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상태 관리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510942" y="3131820"/>
            <a:ext cx="479694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84094" y="320497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ArrayList, LinkedHashMap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7307885" y="3131820"/>
            <a:ext cx="4350715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81037" y="320497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상태, 거래 기록, 가격 히스토리 저장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886200"/>
            <a:ext cx="2008022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395935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DB 저장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510942" y="3886200"/>
            <a:ext cx="4796942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84094" y="395935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 DriverManager, PreparedStatement, ResultSet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307885" y="3886200"/>
            <a:ext cx="4350715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81037" y="395935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연결, 계좌/보유/거래 기록 저장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502920" y="4640580"/>
            <a:ext cx="200802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" y="471373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시간/출력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510942" y="4640580"/>
            <a:ext cx="479694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84094" y="471373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LocalDateTime, DateTimeFormatter, StringBuilder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7307885" y="4640580"/>
            <a:ext cx="4350715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81037" y="471373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 시간 표시와 HTML/JSON 문자열 생성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웹사이트 접속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5074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최종 화면은 실제 증권 웹앱처럼 흰 배경, 표 중심 구성, 상승 빨강/하락 파랑 색상 체계를 적용했다.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선택, 즐겨찾기, 매수/매도 수량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members(uid, name, balance) / shares / trade_logs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purchase_price, trade_type, traded_at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914400"/>
            <a:ext cx="267462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98755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51860" y="914400"/>
            <a:ext cx="802386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5012" y="98755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49161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" y="156476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451860" y="149161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5012" y="156476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77240" y="206883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" y="214198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3451860" y="206883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5012" y="214198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264604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271919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3451860" y="264604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5012" y="271919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기본 200, 100~300개 제한 / KIS_POLL_LIMIT 기본 100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77240" y="322326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329641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3451860" y="322326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5012" y="329641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777240" y="380047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387362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3451860" y="380047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25012" y="387362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777240" y="437769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" y="445084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451860" y="437769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25012" y="445084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테이블에 상시 저장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77240" y="495490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0392" y="502805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3451860" y="495490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25012" y="502805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 필수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로그인 제거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과제용 프로젝트라 회원 인증보다 종목 조회와 매매 흐름에 집중하도록 단일 모의 계좌 구조로 단순화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정리 완료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src/main/java 아래 app/controller/service/domain/repository/external/view/util 패키지로 물리적 분리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개선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테스트 코드 보강, 서비스 세분화, WebSocket 실환경 검증 결과 문서화</a:t>
            </a:r>
            <a:endParaRPr lang="en-US" sz="107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0~8초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웹사이트 접속과 시장 시세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상단 자산 요약과 거래량 상위 종목 확인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8~17초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종목코드 검색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검색창에 009150을 입력해 삼성전기 조회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17~30초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상세와 그래프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가격 변화 그래프 확인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30~44초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수량 입력 후 매수, 보유 종목 손익 확인</a:t>
            </a:r>
            <a:endParaRPr lang="en-US" sz="920" dirty="0"/>
          </a:p>
        </p:txBody>
      </p:sp>
      <p:pic>
        <p:nvPicPr>
          <p:cNvPr id="35" name="Image 0" descr="C:\Users\user\Documents\Codex\2026-05-19\100\deliverables\mock-stock-website-demo-p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14400"/>
            <a:ext cx="4297680" cy="242316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2026-06-15T14:11:45Z</dcterms:created>
  <dcterms:modified xsi:type="dcterms:W3CDTF">2026-06-15T14:11:45Z</dcterms:modified>
</cp:coreProperties>
</file>