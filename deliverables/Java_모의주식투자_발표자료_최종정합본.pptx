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app/MiniProjectApp.java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repository/MySqlDatabase.java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연결, 로컬 파일 저장 전환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external/KisQuotePoller.java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domain/StockCategories.java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view/MiniDashboardPage.java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app.MiniProjectApp, controller.MiniHandler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LocalFileDatabase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Files, Path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로컬 파일 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view.MiniDashboardPage, util.Json,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data/local-database.tsv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MySQL/로컬 파일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Files, Path: MySQL 연결 실패 시 로컬 파일 저장소 사용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브라우저 요청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GET /api/state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/api/stock/buy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/api/stock/sell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108960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10712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MiniHandler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75304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URL을 확인하고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 메서드 호출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925312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27064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MiniProject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잔액 확인 → 수량 확인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갱신 → 거래 기록 추가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741664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43416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저장소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 저장 시도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실패 시 로컬 파일 저장소 사용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핵심 - MiniHandler.java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626364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매수/저장 핵심 - MiniProject.java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발표에서는 코드 전체를 읽기보다, 웹 요청이 서비스 로직을 거쳐 저장소까지 이어지는 흐름을 설명한다.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67085"/>
                </a:solidFill>
              </a:rPr>
              <a:t>실제 상세 구현은 GitHub의 MiniHandler.java, MiniProject.java, repository/MySqlDatabase.java에서 확인할 수 있다.</a:t>
            </a:r>
            <a:endParaRPr lang="en-US" sz="11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 완료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최종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0~4초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4~8초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8~12초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12~16초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2026-06-15T08:14:42Z</dcterms:created>
  <dcterms:modified xsi:type="dcterms:W3CDTF">2026-06-15T08:14:42Z</dcterms:modified>
</cp:coreProperties>
</file>