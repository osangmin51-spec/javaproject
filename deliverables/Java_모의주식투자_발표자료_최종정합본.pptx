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저장소, 포트폴리오 계산이 어떻게 연결되는가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저장소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0876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819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50876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819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14884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2219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14884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2219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78892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86207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78892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86207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42900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50215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DatabaseIntegration.java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42900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50215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연결, 로컬 파일 저장 전환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406908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1422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KisIntegration.java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406908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41422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70916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7823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StockCategoryProfiles.java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70916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7823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위험 설명 타입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534924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54223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WebPages.java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534924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54223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MiniProjectApp → MiniHandler → 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회원/종목/거래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BrokerIntegration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위험 설명이 실제 종목 상세에 쓰이도록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822960"/>
            <a:ext cx="1707642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896112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9122" y="822960"/>
            <a:ext cx="3073756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2274" y="896112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92878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66030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사용 라이브러리 / 문법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94319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67471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1521823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1594975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2119122" y="1521823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2274" y="1594975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MiniProjectApp, MiniHandler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92878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6030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494319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471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시작, URL 라우팅, JSON 응답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11480" y="2220686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" y="2293838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서비스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119122" y="2220686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274" y="2293838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92878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66030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Comparator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494319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67471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처리, 포트폴리오 계산, 시세 상태 관리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11480" y="2919549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" y="2992701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도메인 모델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119122" y="2919549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2274" y="2992701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Member, Stock, Share, TradeLog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192878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66030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class, record 성격의 데이터 객체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494319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67471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종목, 보유 수량, 거래 내역 표현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1480" y="3618411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" y="3691563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2119122" y="3618411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92274" y="3691563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192878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66030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494319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67471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 연동과 실패 시 전환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11480" y="4317274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390426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2119122" y="4317274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92274" y="4390426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LocalFileDatabase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5192878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66030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DriverManager, Files, Path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494319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67471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저장, 실패 시 로컬 파일 저장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411480" y="5016137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" y="5089289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화면/분류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2119122" y="5016137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192274" y="5089289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WebPages, Json, CompanyProfile, StockCategoryProfile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5192878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66030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HTML/CSS/JS, abstract class, interface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8494319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67471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화면 생성, JSON 처리, 회사/업종 설명 구조화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정리해서 말하면 서버, 서비스, 외부 API, DB, 보안, 화면 역할을 나눴고, 제출용 컴파일을 쉽게 하기 위해 현재는 루트 파일 중심으로 유지했다.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저장, 실패 시 data/local-database.tsv 저장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MySQL/로컬 파일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회원/종목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Files, Path: MySQL 연결 실패 시 로컬 파일 저장소 사용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일부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라우팅 - MiniHandler.java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161288"/>
            <a:ext cx="530352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289304"/>
            <a:ext cx="5029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("GET".equals(method) &amp;&amp; "/api/state".equals(path))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send(exchange, 200, "application/json", project.stateJson());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json = switch (path)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"/api/stock/sell" -&gt; project.sellStock(body);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-&gt; Json.obj("ok", false, "error", "없는 API");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6217920" y="86868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현재가 조회 - KisIntegration.java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161288"/>
            <a:ext cx="534924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289304"/>
            <a:ext cx="50749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 request = HttpRequest.newBuilder(uri)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.header("authorization", "Bearer " + token)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.header("appkey", config.appKey)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.header("tr_id", "FHKST01010100")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.GET()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HttpResponse&lt;String&gt; response = client.send(request, BodyHandlers.ofString());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594360" y="3246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처리 - MiniProject.java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538728"/>
            <a:ext cx="530352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66744"/>
            <a:ext cx="502920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 member = defaultMember();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 stock = member.stocks.get(stockName);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total = (long) stock.price * quantity;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(member.balance &lt; total) return Json.obj("ok", 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member.balance -= total;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member.shares.put(stockName, share.buy(quantity, total));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6217920" y="324612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저장 - DatabaseIntegration.java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38728"/>
            <a:ext cx="534924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666744"/>
            <a:ext cx="507492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(Connection con = DriverManager.getConnection(url, user, password))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con.setAutoCommit(false);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insertMembers(con,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insertShares(con,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insertTradeLogs(con, logs);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con.commit();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30"/>
                </a:solidFill>
              </a:rPr>
              <a:t>발표에서는 전체 코드를 읽기보다 요청 처리, 외부 API, 거래 처리, 저장 흐름이 실제로 연결되어 있다는 점을 보여준다.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모의 계좌 구조로 단순화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개선 계획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현재는 루트 파일 중심, 이후 controller/service/repository/model 패키지 분리 예정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문서 정합성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PPT, 보고서, README가 실제 코드 구조와 같은 용어를 쓰도록 정리</a:t>
            </a:r>
            <a:endParaRPr lang="en-US" sz="10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0~10초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바로 모의투자 화면이 열리는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10~25초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25~40초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40~55초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2026-06-15T01:59:32Z</dcterms:created>
  <dcterms:modified xsi:type="dcterms:W3CDTF">2026-06-15T01:59:32Z</dcterms:modified>
</cp:coreProperties>
</file>