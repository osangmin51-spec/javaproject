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73152" cy="539496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2FF"/>
                </a:solidFill>
              </a:rPr>
              <a:t>개인 프로젝트 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961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Java 프로젝트 모의주식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5FF"/>
                </a:solidFill>
              </a:rPr>
              <a:t>KIS Open API 기반 모의주식투자 웹앱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14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KIS Open API · MySQL · Java HttpServer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914400"/>
            <a:ext cx="3840480" cy="4297680"/>
          </a:xfrm>
          <a:prstGeom prst="rect">
            <a:avLst/>
          </a:prstGeom>
          <a:solidFill>
            <a:srgbClr val="182B45">
              <a:alpha val="90000"/>
            </a:srgbClr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143000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252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시장 시세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801368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1F5FBF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9110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종목 상세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459736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569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검색/즐겨찾기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3118104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227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매수/매도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3776472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3886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포트폴리오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18120" y="4645152"/>
            <a:ext cx="3291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실제 시세를 보고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모의 매매를 연습하는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Java 웹앱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332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순서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960120"/>
            <a:ext cx="395020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0332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발표 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9672" y="960120"/>
            <a:ext cx="504748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0332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핵심 질문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65354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266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569464" y="165354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72669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왜 만들었는가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19672" y="165354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2669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과제용 모의투자에서 무엇을 보여줄 것인가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34696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201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2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569464" y="234696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242011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사용자는 어떻게 쓰는가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19672" y="234696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2011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 없이 종목을 보고 바로 매매할 수 있는가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04038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1135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3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569464" y="304038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11353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데이터는 어떻게 흐르는가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519672" y="304038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11353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시세, 저장소, 포트폴리오 계산이 어떻게 연결되는가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73380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8069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4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569464" y="373380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42616" y="380695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코드는 어떻게 나뉘는가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519672" y="373380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380695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서버, 서비스, DB, 외부 API, 화면 역할이 분리되는가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4272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5003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5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569464" y="442722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2616" y="45003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어떤 시행착오가 있었는가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19672" y="442722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45003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실제 개발 중 바꾼 판단은 무엇인가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5FBF"/>
                </a:solidFill>
              </a:rPr>
              <a:t>발표는 기능 나열보다 사용 흐름과 데이터 흐름을 먼저 설명한 뒤, 그 흐름을 Java 코드가 어떻게 처리하는지 보여주는 순서로 진행한다.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기반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Open API에서 현재가, 등락률, 거래량을 받아와 모의투자 화면에 반영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4340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사용자 매매 흐름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시장 시세에서 종목 클릭 → 상세 확인 → 매수 / 보유 탭에서 매도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9144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06070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포트폴리오 손익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7032" y="1389888"/>
            <a:ext cx="31455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주식 평가금액, 실시간 손익, 수익률을 자동 계산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API, 저장소 구조, 소켓 통신, 컬렉션을 하나의 Java 프로젝트 안에서 연결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상위 종목을 중심으로 사용자가 볼 만한 종목을 먼저 노출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그래프로 단순 매매 입력보다 실제 투자 화면에 가까운 흐름 구현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웹 UI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MiniHandler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MiniProject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0866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MySqlDatabase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7432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KisQuotePoller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KisQuoteClient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0866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 Open API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4632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08660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실시간 Tick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1440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377440" y="1508760"/>
            <a:ext cx="3657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150876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15087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89120" y="361188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61188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51663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32520" y="3611880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브라우저는 /api/state를 주기적으로 호출하고, 서버는 백그라운드 Thread에서 시세와 포트폴리오 상태를 갱신한다.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3730752" cy="6400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4183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파일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7242048" cy="6400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94183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8191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MiniProjectApp.java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8191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시작점, KIS/DB/소켓 초기화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2199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MiniHandler.java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70832" y="214884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22199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 요청 라우팅과 API 응답 처리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6207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MiniProject.java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0832" y="278892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86207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과제용 투자자, 매매, 포트폴리오, 시세 상태 핵심 로직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50215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DatabaseIntegration.java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370832" y="342900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350215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우선 연결, 로컬 파일 저장 전환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14223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KisIntegration.java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370832" y="406908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14223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토큰 발급, 거래량 순위, 현재가 조회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470916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78231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StockCategoryProfiles.java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370832" y="470916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78231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업종·테마별 위험 설명 타입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42239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WebPages.java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70832" y="534924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542239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HTML/CSS/JavaScript 화면 렌더링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클래스/인터페이스 설계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서버 계층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MiniProjectApp → MiniHandler → MiniProject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요청을 받고 핵심 로직으로 전달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도메인 계층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Member, Stock, Share, TradeLog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회원/종목/거래 상태 관리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753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외부 연동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9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KisQuoteClient, BrokerIntegration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REST API와 소켓 흐름 처리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CompanyProfile 추상 클래스를 두고 종목별 회사 프로필 클래스가 공통 구조를 상속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인터페이스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StockCategoryProfile 인터페이스로 업종별 분류와 위험 설명 규칙을 통일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설계 이유: 100개 이상 타입 조건을 맞추면서도 회사 설명과 업종 위험 설명이 실제 종목 상세에 쓰이도록 분리했다.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클래스/라이브러리 구조 상세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1707642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96112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계층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19122" y="822960"/>
            <a:ext cx="3073756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2274" y="896112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주요 클래스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92878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030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 라이브러리 / 문법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94319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471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521823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594975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실행/서버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119122" y="1521823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2274" y="1594975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MiniProjectApp, MiniHandler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92878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030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HttpServer, HttpExchange, Executors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494319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471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시작, URL 라우팅, JSON 응답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11480" y="2220686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293838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핵심 서비스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119122" y="2220686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2274" y="2293838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92878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030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ConcurrentHashMap, ArrayList, Comparator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494319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471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매매 처리, 포트폴리오 계산, 시세 상태 관리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11480" y="2919549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992701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도메인 모델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119122" y="2919549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2274" y="2992701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Member, Stock, Share, TradeLog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192878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030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class, record 성격의 데이터 객체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494319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471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종목, 보유 수량, 거래 내역 표현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" y="3618411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691563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시세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119122" y="3618411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2274" y="3691563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KisQuoteClient, KisQuotePoller, KisWebSocketQuoteClient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192878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6030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HttpClient, HttpRequest, WebSocket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94319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67471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REST/WebSocket 시세 연동과 실패 시 전환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411480" y="4317274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4390426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저장소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2119122" y="4317274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2274" y="4390426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MySqlDatabase, LocalFileDatabase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5192878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030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JDBC, DriverManager, Files, Path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494319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67471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우선 저장, 실패 시 로컬 파일 저장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411480" y="5016137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5089289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화면/분류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119122" y="5016137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2274" y="5089289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WebPages, Json, CompanyProfile, StockCategoryProfile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5192878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030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HTML/CSS/JS, abstract class, interface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8494319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67471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웹 화면 생성, JSON 처리, 회사/업종 설명 구조화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FBF"/>
                </a:solidFill>
              </a:rPr>
              <a:t>정리해서 말하면 서버, 서비스, 외부 API, DB, 보안, 화면 역할을 나눴고, 제출용 컴파일을 쉽게 하기 위해 현재는 루트 파일 중심으로 유지했다.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vs 나의 역할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875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내가 주도한 부분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14032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AI를 활용한 부분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6078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809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15184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모의주식투자 웹사이트 방향 결정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14032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구현 방식 후보 정리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30124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743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요구사항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615184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API, 거래량 상위, 그래프/즐겨찾기 요구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14032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코드 작성 보조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" y="299466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678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UI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15184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불필요한 기능 제거, 종목 클릭 중심 요구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14032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7184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 구현 보조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368808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7612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문제해결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615184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이상 지적, MySQL/소켓 구조 요구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14032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원인 분석과 코드 수정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0080" y="438150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546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검증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615184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 화면 확인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114032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컴파일, API 상태, 문서 정리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BF"/>
                </a:solidFill>
              </a:rPr>
              <a:t>핵심은 AI가 방향을 정한 것이 아니라, 내가 불편한 점과 프로젝트 목적을 계속 지적하면서 결과를 좁혀간 점이다.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시나리오와 Use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1. 웹사이트 접속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83464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2. 거래량 인기 종목 확인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3. 검색/즐겨찾기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59536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4. 종목 클릭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5. 그래프 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3464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6. 매수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1500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7. 보유 탭에서 매도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9536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8. 손익 확인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사용자 흐름이 목록에서 아무 종목이나 고르는 방식이 아니라, 실제 투자 앱처럼 종목을 먼저 보고 판단하는 흐름이 되도록 바꿨다.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UI / 화면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상단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현금, 평가액, 총자산, 손익, 수익률 표시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시장 시세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거래량 상위 종목을 10개씩 페이지로 표시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4652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종목 상세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현재가, 그래프, 매수 입력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372600" y="914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06070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보유 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3719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종목별 매도 수량 입력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10881360" cy="3017520"/>
          </a:xfrm>
          <a:prstGeom prst="rect">
            <a:avLst/>
          </a:prstGeom>
          <a:solidFill>
            <a:srgbClr val="F6F9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시장 시세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검색창 · 즐겨찾기 · 10개 단위 페이지 · 상세/매수 버튼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종목 상세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현재가 · 등락률 · 가격 변화 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매수 수량 입력 → 매수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2273198" cy="61395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7598" y="1005840"/>
            <a:ext cx="8059522" cy="61395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0750" y="1078992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619794"/>
            <a:ext cx="2273198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92946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입력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87598" y="1619794"/>
            <a:ext cx="8059522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0750" y="1692946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선택, 즐겨찾기, 매수/매도 수량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14400" y="2233749"/>
            <a:ext cx="2273198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306901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입력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187598" y="2233749"/>
            <a:ext cx="8059522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0750" y="2306901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현재가/등락률/거래량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2847703"/>
            <a:ext cx="2273198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920855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처리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187598" y="2847703"/>
            <a:ext cx="8059522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0750" y="2920855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잔액 확인, 보유 수량 확인, 매매 체결, 손익 계산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461657"/>
            <a:ext cx="2273198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34809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187598" y="3461657"/>
            <a:ext cx="8059522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0750" y="3534809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members(uid, name, balance) / shares / trade_logs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4400" y="4075611"/>
            <a:ext cx="2273198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148763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주요 컬럼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187598" y="4075611"/>
            <a:ext cx="8059522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0750" y="4148763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purchase_price, trade_type, traded_at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14400" y="4689566"/>
            <a:ext cx="2273198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762718"/>
            <a:ext cx="2126894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출력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187598" y="4689566"/>
            <a:ext cx="8059522" cy="61395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0750" y="4762718"/>
            <a:ext cx="791321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시세, 종목 상세, 그래프, 포트폴리오, 거래 기록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방식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2674620" cy="577215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987552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1860" y="914400"/>
            <a:ext cx="8023860" cy="577215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987552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방식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491615"/>
            <a:ext cx="267462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564767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주식 시세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451860" y="1491615"/>
            <a:ext cx="802386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5012" y="1564767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 REST API 조회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2068830"/>
            <a:ext cx="267462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141982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선별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51860" y="2068830"/>
            <a:ext cx="802386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5012" y="2141982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기준 상위 종목을 선별해 자동 갱신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7240" y="2646045"/>
            <a:ext cx="267462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719197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갱신 범위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51860" y="2646045"/>
            <a:ext cx="802386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5012" y="2719197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KIS_MARKET_LIMIT 기본 200, 100~300개 제한 / KIS_POLL_LIMIT 기본 100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3223260"/>
            <a:ext cx="267462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296412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실시간성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451860" y="3223260"/>
            <a:ext cx="802386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5012" y="3296412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전체 종목 매초 조회 대신 상위 목록 중심 갱신 + 소켓 구독 구조 실험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3800475"/>
            <a:ext cx="267462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873627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소켓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51860" y="3800475"/>
            <a:ext cx="802386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5012" y="3873627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 증권사 서버의 가격 Tick 구독 구조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7240" y="4377690"/>
            <a:ext cx="267462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450842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사용자 데이터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451860" y="4377690"/>
            <a:ext cx="8023860" cy="577215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5012" y="4450842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우선 저장, 실패 시 data/local-database.tsv 저장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77240" y="4954905"/>
            <a:ext cx="267462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5028057"/>
            <a:ext cx="252831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그래프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451860" y="4954905"/>
            <a:ext cx="8023860" cy="57721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5012" y="5028057"/>
            <a:ext cx="7877556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서버가 보관한 최근 가격 히스토리 표시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달간 시행착오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연동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내부 모의 가격과 KIS 응답값이 섞이면서 가격이 이상해 보이는 문제를 확인하고 갱신 흐름을 정리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전체 종목 처리 범위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약 2700개 전체 종목을 계속 갱신하는 대신 거래량 상위 종목 중심으로 현실적인 범위를 선택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UI 흐름 개선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드롭다운 주문 방식 대신 종목 클릭 → 상세 확인 → 매수, 보유 종목 → 매도 흐름으로 변경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56032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뉴스 기능 제거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기사 품질 편차와 API 키 관리 부담 때문에 모의투자 목적에 맞지 않는 기능은 최종 제외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DB 저장 전환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서버를 껐다 켜면 기록이 사라지는 문제를 MySQL/로컬 파일 저장 구조로 바꿔 거래 기록을 유지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클래스 활용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HttpServer: 프레임워크 없이 웹 서버 구현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HttpClient: KIS API 호출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Thread: 백그라운드 시세 갱신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ConcurrentHashMap: 회원/종목 상태 동시 접근 처리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ArrayList, LinkedHashMap, List: 거래 기록, 가격 히스토리, 조회 순서 관리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JDBC DriverManager: MySQL 저장소 연결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Files, Path: MySQL 연결 실패 시 로컬 파일 저장소 사용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LocalDateTime, DateTimeFormatter: 거래 시간과 시세 갱신 시각 표시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코드 일부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라우팅 - MiniHandler.java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161288"/>
            <a:ext cx="530352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9304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("GET".equals(method) &amp;&amp; "/api/state".equals(path))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send(exchange, 200, "application/json", project.stateJson());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switch (path)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"/api/stock/buy" -&gt; project.buyStock(body);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"/api/stock/sell" -&gt; project.sellStock(body);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Json.obj("ok", false, "error", "없는 API");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6217920" y="8686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조회 - KisIntegration.java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61288"/>
            <a:ext cx="534924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9304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request = HttpRequest.newBuilder(uri)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.header("authorization", "Bearer " + token)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.header("appkey", config.appKey)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.header("tr_id", "FHKST01010100")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HttpResponse&lt;String&gt; response = client.send(request, BodyHandlers.ofString());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처리 - MiniProject.java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530352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66744"/>
            <a:ext cx="50292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member = defaultMember();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stock = member.stocks.get(stockName);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(long) stock.price * quantity;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(member.balance &lt; total) return Json.obj("ok", 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member.balance -= total;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member.shares.put(stockName, share.buy(quantity, total));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logs.add(new TradeLog(member.uid, stockName, quantity, total, "구매"));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saveDatabase();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저장 - DatabaseIntegration.java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38728"/>
            <a:ext cx="534924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666744"/>
            <a:ext cx="50749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DriverManager.getConnection(url, user, password))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con.setAutoCommit(false);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insertMembers(con,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insertShares(con,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insertTradeLogs(con, logs);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con.commit();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68580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30"/>
                </a:solidFill>
              </a:rPr>
              <a:t>발표에서는 전체 코드를 읽기보다 요청 처리, 외부 API, 거래 처리, 저장 흐름이 실제로 연결되어 있다는 점을 보여준다.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상태와 남은 과제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로그인 제거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과제용 프로젝트라 회원 인증보다 종목 조회와 매매 흐름에 집중하도록 단일 투자자 구조로 단순화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26364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WebSocket 보완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WebSocket 시작/오류 시 REST 폴링으로 자동 전환되도록 코드 보강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남은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실제 KIS 테스트베드에서 구독 성공 여부와 메시지 필드 순서 확인 필요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구조 개선 계획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현재는 루트 파일 중심, 이후 controller/service/repository/model 패키지 분리 예정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추가 아이디어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업종별 위험 등급 표시, 개인화 관심종목 추천, 테스트 코드 보강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26364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문서 정합성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PPT, 보고서, README가 실제 코드 구조와 같은 용어를 쓰도록 정리</a:t>
            </a:r>
            <a:endParaRPr lang="en-US" sz="10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152144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41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868680"/>
            <a:ext cx="230428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941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보여줄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50792" y="868680"/>
            <a:ext cx="294436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94183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말할 내용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453896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527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0~10초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746504" y="1453896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15270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상단 요약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050792" y="1453896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5270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 없이 바로 모의투자 화면이 열리는 점 설명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039112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1122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10~25초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746504" y="2039112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21122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시세와 검색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50792" y="2039112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211226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상위 종목과 검색/즐겨찾기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25~40초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746504" y="2624328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9656" y="26974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상세/그래프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050792" y="2624328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2697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현재가, 등락률, 그래프가 한 화면에 연결됨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209544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826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40~55초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746504" y="3209544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32826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매수 후 보유 탭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050792" y="3209544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328269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종목을 클릭해 매수하고 손익을 확인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첨부 영상 파일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deliverables/mock-stock-website-demo.webm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257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영상은 코드 설명보다 실제 실행 화면을 중심으로 짧게 보여주는 용도이다.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프로젝트 모의주식</dc:title>
  <dc:subject>개인 프로젝트 발표 자료</dc:subject>
  <dc:creator>Java 모의주식투자 프로젝트</dc:creator>
  <cp:lastModifiedBy>Java 모의주식투자 프로젝트</cp:lastModifiedBy>
  <cp:revision>1</cp:revision>
  <dcterms:created xsi:type="dcterms:W3CDTF">2026-06-15T01:54:18Z</dcterms:created>
  <dcterms:modified xsi:type="dcterms:W3CDTF">2026-06-15T01:54:18Z</dcterms:modified>
</cp:coreProperties>
</file>