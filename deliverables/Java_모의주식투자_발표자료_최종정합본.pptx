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3"/>
          </a:solidFill>
          <a:ln w="12700">
            <a:solidFill>
              <a:srgbClr val="12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48640"/>
            <a:ext cx="73152" cy="5394960"/>
          </a:xfrm>
          <a:prstGeom prst="rect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731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D2FF"/>
                </a:solidFill>
              </a:rPr>
              <a:t>개인 프로젝트 발표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9611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Java 프로젝트 모의주식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8046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5FF"/>
                </a:solidFill>
              </a:rPr>
              <a:t>KIS Open API 기반 모의주식투자 웹앱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749040" cy="530352"/>
          </a:xfrm>
          <a:prstGeom prst="roundRect">
            <a:avLst>
              <a:gd name="adj" fmla="val 10345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14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KIS Open API · MySQL · Java HttpServer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914400"/>
            <a:ext cx="3840480" cy="4297680"/>
          </a:xfrm>
          <a:prstGeom prst="rect">
            <a:avLst/>
          </a:prstGeom>
          <a:solidFill>
            <a:srgbClr val="182B45">
              <a:alpha val="90000"/>
            </a:srgbClr>
          </a:solidFill>
          <a:ln w="12700">
            <a:solidFill>
              <a:srgbClr val="2841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1143000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28432" y="125272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시장 시세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18120" y="1801368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1F5FBF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28432" y="19110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종목 상세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18120" y="2459736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28432" y="256946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검색/즐겨찾기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118104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8432" y="3227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매수/매도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18120" y="3776472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8432" y="38862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포트폴리오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18120" y="4645152"/>
            <a:ext cx="32918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실제 시세를 보고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모의 매매를 연습하는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Java 웹앱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0332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순서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9464" y="960120"/>
            <a:ext cx="395020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42616" y="10332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발표 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9672" y="960120"/>
            <a:ext cx="504748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0332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핵심 질문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65354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7266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69464" y="165354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42616" y="172669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왜 만들었는가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519672" y="165354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92824" y="172669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과제용 모의투자에서 무엇을 보여줄 것인가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34696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4201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569464" y="234696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2616" y="242011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사용자는 어떻게 쓰는가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519672" y="234696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92824" y="242011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종목을 보고 바로 매매할 수 있는가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304038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31135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3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569464" y="304038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42616" y="311353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데이터는 어떻게 흐르는가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6519672" y="304038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92824" y="311353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시세, 저장소, 포트폴리오 계산이 어떻게 연결되는가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73380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8069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569464" y="373380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42616" y="380695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코드는 어떻게 나뉘는가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519672" y="373380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92824" y="380695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서버, 서비스, DB, 외부 API, 화면 역할이 분리되는가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594360" y="44272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" y="45003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5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569464" y="442722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42616" y="45003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어떤 시행착오가 있었는가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519672" y="442722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92824" y="45003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실제 개발 중 바꾼 판단은 무엇인가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73152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F5FBF"/>
                </a:solidFill>
              </a:rPr>
              <a:t>발표는 기능 나열보다 사용 흐름과 데이터 흐름을 먼저 설명한 뒤, 그 흐름을 Java 코드가 어떻게 처리하는지 보여주는 순서로 진행한다.</a:t>
            </a:r>
            <a:endParaRPr lang="en-US" sz="1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기반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Open API에서 현재가, 등락률, 거래량을 받아와 모의투자 화면에 반영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34340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사용자 매매 흐름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0799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시장 시세에서 종목 클릭 → 상세 확인 → 매수 / 보유 탭에서 매도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092440" y="914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7032" y="106070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포트폴리오 손익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57032" y="1389888"/>
            <a:ext cx="314553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평가금액, 실시간 손익, 수익률을 자동 계산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API, 저장소 구조, 소켓 통신, 컬렉션을 하나의 Java 프로젝트 안에서 연결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 상위 종목을 중심으로 사용자가 볼 만한 종목을 먼저 노출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그래프로 단순 매매 입력보다 실제 투자 화면에 가까운 흐름 구현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웹 UI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27432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MiniHandler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MiniProject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70866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97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MySqlDatabase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27432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163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KisQuotePoller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484632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1947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KisQuoteClient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70866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597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 Open API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84632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708660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5975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실시간 Tick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91440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71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2377440" y="1508760"/>
            <a:ext cx="3657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389120" y="150876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92240" y="15087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389120" y="361188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92240" y="361188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92240" y="51663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732520" y="3611880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822960" y="598932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브라우저는 /api/state를 주기적으로 호출하고, 서버는 백그라운드 Thread에서 시세와 포트폴리오 상태를 갱신한다.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868680"/>
            <a:ext cx="3730752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4183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파일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70832" y="868680"/>
            <a:ext cx="7242048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94183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50876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158191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app/MiniProjectApp.java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4370832" y="150876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43984" y="158191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시작점, KIS/DB/소켓 초기화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40080" y="214884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22199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MiniHandler.java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370832" y="214884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43984" y="222199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 요청 라우팅과 API 응답 처리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78892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86207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MiniProject.java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370832" y="278892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43984" y="286207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계좌, 매매, 포트폴리오, 시세 상태 핵심 로직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40080" y="342900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50215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repository/MySqlDatabase.java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4370832" y="342900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43984" y="350215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우선 연결, 로컬 파일 저장 전환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40080" y="406908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14223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external/KisQuotePoller.java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370832" y="406908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43984" y="414223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토큰 발급, 거래량 순위, 현재가 조회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470916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478231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domain/StockCategories.java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370832" y="470916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43984" y="478231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업종·테마별 위험 설명 타입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40080" y="534924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" y="542239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view/MiniDashboardPage.java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4370832" y="534924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43984" y="542239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HTML/CSS/JavaScript 화면 렌더링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클래스/인터페이스 설계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서버 계층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app.MiniProjectApp → controller.MiniHandler → service.MiniProject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요청을 받고 핵심 로직으로 전달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52628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9087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도메인 계층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087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Member, Stock, Share, TradeLog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회원/종목/거래 상태 관리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2753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99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외부 연동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399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KisQuoteClient, MockBrokerServer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REST API와 소켓 흐름 처리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73152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611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CompanyProfile 추상 클래스를 두고 종목별 회사 프로필 클래스가 공통 구조를 상속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인터페이스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StockCategoryProfile 인터페이스로 업종별 분류와 위험 설명 규칙을 통일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868680" y="507492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설계 이유: 100개 이상 타입 조건을 맞추면서도 회사 설명과 업종 위험 설명이 실제 종목 상세에 쓰이도록 분리했다.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클래스/라이브러리 구조 상세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822960"/>
            <a:ext cx="1707642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896112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계층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19122" y="822960"/>
            <a:ext cx="3073756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2274" y="896112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주요 클래스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192878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66030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사용 라이브러리 / 문법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94319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67471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1521823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" y="1594975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실행/서버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2119122" y="1521823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92274" y="1594975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app.MiniProjectApp, controller.MiniHandler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192878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66030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HttpServer, HttpExchange, Executors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8494319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67471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시작, URL 라우팅, JSON 응답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11480" y="2220686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" y="2293838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핵심 서비스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119122" y="2220686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92274" y="2293838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192878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66030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ConcurrentHashMap, ArrayList, Comparator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8494319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67471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매매 처리, 포트폴리오 계산, 시세 상태 관리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411480" y="2919549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" y="2992701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도메인 모델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119122" y="2919549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192274" y="2992701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Member, Stock, Share, TradeLog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192878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66030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class, record 성격의 데이터 객체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8494319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67471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회원, 종목, 보유 수량, 거래 내역 표현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411480" y="3618411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4632" y="3691563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시세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2119122" y="3618411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92274" y="3691563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KisQuoteClient, KisQuotePoller, KisWebSocketQuoteClient</a:t>
            </a:r>
            <a:endParaRPr lang="en-US" sz="920" dirty="0"/>
          </a:p>
        </p:txBody>
      </p:sp>
      <p:sp>
        <p:nvSpPr>
          <p:cNvPr id="42" name="Shape 40"/>
          <p:cNvSpPr/>
          <p:nvPr/>
        </p:nvSpPr>
        <p:spPr>
          <a:xfrm>
            <a:off x="5192878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66030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HttpClient, HttpRequest, WebSocket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8494319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67471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REST/WebSocket 시세 연동과 실패 시 전환</a:t>
            </a:r>
            <a:endParaRPr lang="en-US" sz="920" dirty="0"/>
          </a:p>
        </p:txBody>
      </p:sp>
      <p:sp>
        <p:nvSpPr>
          <p:cNvPr id="46" name="Shape 44"/>
          <p:cNvSpPr/>
          <p:nvPr/>
        </p:nvSpPr>
        <p:spPr>
          <a:xfrm>
            <a:off x="411480" y="4317274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" y="4390426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저장소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2119122" y="4317274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92274" y="4390426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MySqlDatabase, LocalFileDatabase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5192878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66030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JDBC, DriverManager, Files, Path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8494319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567471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우선 저장, 실패 시 로컬 파일 저장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411480" y="5016137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4632" y="5089289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화면/분류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2119122" y="5016137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192274" y="5089289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view.MiniDashboardPage, util.Json, CompanyProfile, StockCategoryProfile</a:t>
            </a:r>
            <a:endParaRPr lang="en-US" sz="920" dirty="0"/>
          </a:p>
        </p:txBody>
      </p:sp>
      <p:sp>
        <p:nvSpPr>
          <p:cNvPr id="58" name="Shape 56"/>
          <p:cNvSpPr/>
          <p:nvPr/>
        </p:nvSpPr>
        <p:spPr>
          <a:xfrm>
            <a:off x="5192878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66030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HTML/CSS/JS, abstract class, interface</a:t>
            </a:r>
            <a:endParaRPr lang="en-US" sz="920" dirty="0"/>
          </a:p>
        </p:txBody>
      </p:sp>
      <p:sp>
        <p:nvSpPr>
          <p:cNvPr id="60" name="Shape 58"/>
          <p:cNvSpPr/>
          <p:nvPr/>
        </p:nvSpPr>
        <p:spPr>
          <a:xfrm>
            <a:off x="8494319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567471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 화면 생성, JSON 처리, 회사/업종 설명 구조화</a:t>
            </a:r>
            <a:endParaRPr lang="en-US" sz="920" dirty="0"/>
          </a:p>
        </p:txBody>
      </p:sp>
      <p:sp>
        <p:nvSpPr>
          <p:cNvPr id="62" name="Text 60"/>
          <p:cNvSpPr/>
          <p:nvPr/>
        </p:nvSpPr>
        <p:spPr>
          <a:xfrm>
            <a:off x="731520" y="5806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정리해서 말하면 서버, 서비스, 외부 API, DB, 화면 역할을 실제 패키지로 나눴고, 제출용 컴파일도 src/main/java 전체를 기준으로 검증한다.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vs 나의 역할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875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88336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내가 주도한 부분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14032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87184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AI를 활용한 부분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6078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6809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615184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88336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모의주식투자 웹사이트 방향 결정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7114032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87184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구현 방식 후보 정리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30124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3743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요구사항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615184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88336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API, 거래량 상위, 그래프/즐겨찾기 요구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114032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87184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 작성 보조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640080" y="299466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30678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UI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615184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88336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불필요한 기능 제거, 종목 클릭 중심 요구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7114032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87184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 구현 보조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368808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37612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문제해결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615184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88336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이상 지적, MySQL/소켓 구조 요구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114032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87184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원인 분석과 코드 수정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40080" y="438150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44546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검증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615184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88336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 화면 확인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114032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7184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컴파일, API 상태, 문서 정리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868680" y="54864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핵심은 AI가 방향을 정한 것이 아니라, 내가 불편한 점과 프로젝트 목적을 계속 지적하면서 결과를 좁혀간 점이다.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시나리오와 Use Case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0292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1. 웹사이트 접속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283464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328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300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2. 거래량 인기 종목 확인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71500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6364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3. 검색/즐겨찾기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59536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5372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4. 종목 클릭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0292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5. 그래프 확인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283464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38328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9300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6. 매수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71500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26364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336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7. 보유 탭에서 매도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59536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14400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5372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8. 손익 확인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사용자 흐름이 목록에서 아무 종목이나 고르는 방식이 아니라, 실제 투자 앱처럼 종목을 먼저 보고 판단하는 흐름이 되도록 바꿨다.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UI / 화면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상단 요약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현금, 평가액, 총자산, 손익, 수익률 표시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52044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8503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시장 시세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8503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거래량 상위 종목을 10개씩 페이지로 표시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4652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1111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종목 상세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1111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현재가, 그래프, 매수 입력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9372600" y="914400"/>
            <a:ext cx="2194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7192" y="106070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보유 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537192" y="1389888"/>
            <a:ext cx="186537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종목별 매도 수량 입력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2423160"/>
            <a:ext cx="10881360" cy="3017520"/>
          </a:xfrm>
          <a:prstGeom prst="rect">
            <a:avLst/>
          </a:prstGeom>
          <a:solidFill>
            <a:srgbClr val="F6F9FD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시장 시세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1546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검색창 · 즐겨찾기 · 10개 단위 페이지 · 상세/매수 버튼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종목 상세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15468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현재가 · 등락률 · 가격 변화 그래프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매수 수량 입력 → 매수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5074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최종 화면은 실제 증권 웹앱처럼 흰 배경, 표 중심 구성, 상승 빨강/하락 파랑 색상 체계를 적용했다.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914400" y="1005840"/>
            <a:ext cx="2273198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078992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단계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87598" y="1005840"/>
            <a:ext cx="8059522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0750" y="1078992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1619794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1692946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입력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187598" y="1619794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0750" y="1692946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선택, 즐겨찾기, 매수/매도 수량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914400" y="2233749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306901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입력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187598" y="2233749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60750" y="2306901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현재가/등락률/거래량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914400" y="2847703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2920855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처리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187598" y="2847703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60750" y="2920855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잔액 확인, 보유 수량 확인, 매매 체결, 손익 계산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914400" y="3461657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3534809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187598" y="3461657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60750" y="3534809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members(uid, name, balance) / shares / trade_logs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914400" y="4075611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7552" y="4148763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주요 컬럼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187598" y="4075611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60750" y="4148763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purchase_price, trade_type, traded_at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914400" y="4689566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" y="4762718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출력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187598" y="4689566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60750" y="4762718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시세, 종목 상세, 그래프, 포트폴리오, 거래 기록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 방식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914400"/>
            <a:ext cx="267462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98755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데이터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51860" y="914400"/>
            <a:ext cx="802386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5012" y="98755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처리 방식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149161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156476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주식 시세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451860" y="149161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5012" y="156476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REST API 조회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777240" y="206883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14198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451860" y="206883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5012" y="214198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기준 상위 종목을 선별해 자동 갱신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777240" y="264604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271919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갱신 범위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451860" y="264604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5012" y="271919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KIS_MARKET_LIMIT 기본 200, 100~300개 제한 / KIS_POLL_LIMIT 기본 100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77240" y="322326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329641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실시간성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451860" y="322326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5012" y="329641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전체 종목 매초 조회 대신 상위 목록 중심 갱신 + 소켓 구독 구조 실험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777240" y="380047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" y="387362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소켓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451860" y="380047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5012" y="387362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증권사 서버의 가격 Tick 구독 구조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777240" y="437769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" y="445084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 데이터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451860" y="437769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25012" y="445084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우선 저장, 실패 시 data/local-database.tsv 저장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77240" y="495490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" y="502805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그래프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3451860" y="495490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25012" y="502805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서버가 보관한 최근 가격 히스토리 표시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달간 시행착오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연동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039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내부 모의 가격과 KIS 응답값이 섞이면서 가격이 이상해 보이는 문제를 확인하고 갱신 흐름을 정리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43484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전체 종목 처리 범위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9943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약 2700개 전체 종목을 계속 갱신하는 대신 거래량 상위 종목 중심으로 현실적인 범위를 선택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18388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847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UI 흐름 개선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4847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드롭다운 주문 방식 대신 종목 클릭 → 상세 확인 → 매수, 보유 종목 → 매도 흐름으로 변경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256032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2491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뉴스 기능 제거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2491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기사 품질 편차와 API 키 관리 부담 때문에 모의투자 목적에 맞지 않는 기능은 최종 제외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DB 저장 전환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서버를 껐다 켜면 기록이 사라지는 문제를 MySQL/로컬 파일 저장 구조로 바꿔 거래 기록을 유지</a:t>
            </a:r>
            <a:endParaRPr lang="en-US" sz="107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클래스 활용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68680" y="960120"/>
            <a:ext cx="10607040" cy="4937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HttpServer: 프레임워크 없이 웹 서버 구현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HttpClient: KIS API 호출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Thread: 백그라운드 시세 갱신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ConcurrentHashMap: 회원/종목 상태 동시 접근 처리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ArrayList, LinkedHashMap, List: 거래 기록, 가격 히스토리, 조회 순서 관리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JDBC DriverManager: MySQL 저장소 연결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Files, Path: MySQL 연결 실패 시 로컬 파일 저장소 사용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LocalDateTime, DateTimeFormatter: 거래 시간과 시세 갱신 시각 표시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코드 일부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94360" y="86868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 라우팅 - MiniHandler.java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161288"/>
            <a:ext cx="5303520" cy="1719072"/>
          </a:xfrm>
          <a:prstGeom prst="roundRect">
            <a:avLst>
              <a:gd name="adj" fmla="val 212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289304"/>
            <a:ext cx="50292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("GET".equals(method) &amp;&amp; "/api/state".equals(path))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send(exchange, 200, "application/json", project.stateJson());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json = switch (path)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"/api/stock/buy" -&gt; project.buyStock(body);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"/api/stock/sell" -&gt; project.sellStock(body);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 -&gt; Json.obj("ok", false, "error", "없는 API");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6217920" y="86868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현재가 조회 - external/KisQuotePoller.java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161288"/>
            <a:ext cx="5349240" cy="1719072"/>
          </a:xfrm>
          <a:prstGeom prst="roundRect">
            <a:avLst>
              <a:gd name="adj" fmla="val 212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289304"/>
            <a:ext cx="50749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HttpRequest request = HttpRequest.newBuilder(uri)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.header("authorization", "Bearer " + token)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.header("appkey", config.appKey)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.header("tr_id", "FHKST01010100")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.GET()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HttpResponse&lt;String&gt; response = client.send(request, BodyHandlers.ofString());</a:t>
            </a:r>
            <a:endParaRPr lang="en-US" sz="690" dirty="0"/>
          </a:p>
        </p:txBody>
      </p:sp>
      <p:sp>
        <p:nvSpPr>
          <p:cNvPr id="12" name="Text 10"/>
          <p:cNvSpPr/>
          <p:nvPr/>
        </p:nvSpPr>
        <p:spPr>
          <a:xfrm>
            <a:off x="594360" y="3246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 처리 - MiniProject.java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538728"/>
            <a:ext cx="5303520" cy="1947672"/>
          </a:xfrm>
          <a:prstGeom prst="roundRect">
            <a:avLst>
              <a:gd name="adj" fmla="val 187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666744"/>
            <a:ext cx="502920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 member = defaultMember();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 stock = member.stocks.get(stockName);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total = (long) stock.price * quantity;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(member.balance &lt; total) return Json.obj("ok", false);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member.balance -= total;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member.shares.put(stockName, share.buy(quantity, total));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logs.add(new TradeLog(member.uid, stockName, quantity, total, "구매"));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saveDatabase();</a:t>
            </a:r>
            <a:endParaRPr lang="en-US" sz="690" dirty="0"/>
          </a:p>
        </p:txBody>
      </p:sp>
      <p:sp>
        <p:nvSpPr>
          <p:cNvPr id="15" name="Text 13"/>
          <p:cNvSpPr/>
          <p:nvPr/>
        </p:nvSpPr>
        <p:spPr>
          <a:xfrm>
            <a:off x="6217920" y="324612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 저장 - repository/MySqlDatabase.java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38728"/>
            <a:ext cx="5349240" cy="1947672"/>
          </a:xfrm>
          <a:prstGeom prst="roundRect">
            <a:avLst>
              <a:gd name="adj" fmla="val 187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666744"/>
            <a:ext cx="507492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(Connection con = DriverManager.getConnection(url, user, password))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con.setAutoCommit(false);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insertMembers(con, members);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insertShares(con, members);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insertTradeLogs(con, logs);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con.commit();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685800" y="57607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30"/>
                </a:solidFill>
              </a:rPr>
              <a:t>발표에서는 전체 코드를 읽기보다 요청 처리, 외부 API, 거래 처리, 저장 흐름이 실제로 연결되어 있다는 점을 보여준다.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상태와 남은 과제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로그인 제거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과제용 프로젝트라 회원 인증보다 종목 조회와 매매 흐름에 집중하도록 단일 모의 계좌 구조로 단순화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626364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WebSocket 보완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2823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WebSocket 시작/오류 시 REST 폴링으로 자동 전환되도록 코드 보강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008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검증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실제 KIS 테스트베드에서 구독 성공 여부와 메시지 필드 순서 확인 필요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626364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구조 개선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src/main/java 아래 app/controller/service/domain/repository/external/view/util 패키지로 분리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추가 아이디어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업종별 위험 등급 표시, 개인화 관심종목 추천, 테스트 코드 보강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626364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문서 정합성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2823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PPT, 보고서, README가 실제 코드 구조와 같은 용어를 쓰도록 정리</a:t>
            </a:r>
            <a:endParaRPr lang="en-US" sz="107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868680"/>
            <a:ext cx="1152144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9418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46504" y="868680"/>
            <a:ext cx="230428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19656" y="941832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보여줄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50792" y="868680"/>
            <a:ext cx="294436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23944" y="94183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말할 내용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453896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527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0~10초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746504" y="1453896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19656" y="15270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상단 요약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050792" y="1453896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23944" y="152704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바로 모의투자 화면이 열리는 점 설명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039112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1122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10~25초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1746504" y="2039112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19656" y="2112264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시세와 검색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050792" y="2039112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23944" y="2112264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상위 종목과 검색/즐겨찾기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2624328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25~40초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1746504" y="2624328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19656" y="26974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상세/그래프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050792" y="2624328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23944" y="269748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현재가, 등락률, 그래프가 한 화면에 연결됨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209544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8269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40~55초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746504" y="3209544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19656" y="328269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 후 보유 탭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4050792" y="3209544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282696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종목을 클릭해 매수하고 손익을 확인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73152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첨부 영상 파일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1520" y="47091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deliverables/mock-stock-website-demo.webm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31520" y="52578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영상은 코드 설명보다 실제 실행 화면을 중심으로 짧게 보여주는 용도이다.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개인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프로젝트 모의주식</dc:title>
  <dc:subject>개인 프로젝트 발표 자료</dc:subject>
  <dc:creator>Java 모의주식투자 프로젝트</dc:creator>
  <cp:lastModifiedBy>Java 모의주식투자 프로젝트</cp:lastModifiedBy>
  <cp:revision>1</cp:revision>
  <dcterms:created xsi:type="dcterms:W3CDTF">2026-06-15T07:49:07Z</dcterms:created>
  <dcterms:modified xsi:type="dcterms:W3CDTF">2026-06-15T07:49:07Z</dcterms:modified>
</cp:coreProperties>
</file>