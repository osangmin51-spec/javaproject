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app/MiniProjectApp.java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repository/MySqlDatabase.java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연결, 로컬 파일 저장 전환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external/KisQuotePoller.java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view/MiniDashboardPage.java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app.MiniProjectApp, controller.MiniHandler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LocalFileDatabase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DriverManager, Files, Path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로컬 파일 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view.MiniDashboardPage, util.Json,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우선 저장, 실패 시 data/local-database.tsv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MySQL/로컬 파일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Files, Path: MySQL 연결 실패 시 로컬 파일 저장소 사용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external/KisQuotePoller.java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defaultMember();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repository/MySqlDatabase.java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2026-06-15T02:26:40Z</dcterms:created>
  <dcterms:modified xsi:type="dcterms:W3CDTF">2026-06-15T02:26:40Z</dcterms:modified>
</cp:coreProperties>
</file>