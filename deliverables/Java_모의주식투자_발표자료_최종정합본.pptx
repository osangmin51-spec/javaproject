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단계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2167128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9875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52928" y="914400"/>
            <a:ext cx="4117543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9875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 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70471" y="914400"/>
            <a:ext cx="4550969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3623" y="9875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16383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14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852928" y="16383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7114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970471" y="16383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3623" y="17114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 기반 모의주식투자 웹앱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5800" y="23622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24353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데이터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852928" y="23622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24353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샘플/모의 가격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970471" y="23622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3623" y="24353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KIS 현재가와 거래량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30861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31592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52928" y="30861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31592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970471" y="30861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3623" y="31592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필수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38100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831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852928" y="38100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38831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970471" y="38100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3623" y="38831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85800" y="45339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" y="46070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흐름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852928" y="45339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6070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70471" y="45339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3623" y="46070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후 상세 확인과 매매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532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F5FBF"/>
                </a:solidFill>
              </a:rPr>
              <a:t>처음에는 기능 구현 중심이었지만, 최종본은 실제 시세와 저장 구조를 갖춘 모의투자 흐름으로 바뀌었다.</a:t>
            </a:r>
            <a:endParaRPr lang="en-US" sz="13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핵심 요약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89888"/>
            <a:ext cx="241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종목을 검색하고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상세 화면에서 매수/매도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3520440" y="91440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시세 데이터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85032" y="1389888"/>
            <a:ext cx="241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 현재가와 거래량을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주기적으로 갱신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6446520" y="91440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Java 서버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1112" y="1389888"/>
            <a:ext cx="241401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HttpServer가 요청을 받고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MiniProject가 매매 처리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9372600" y="914400"/>
            <a:ext cx="22402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37192" y="1060704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저장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37192" y="1389888"/>
            <a:ext cx="1911096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MySQL에 계좌,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보유, 거래 기록 저장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22960" y="2788920"/>
            <a:ext cx="2628900" cy="566928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862072"/>
            <a:ext cx="24825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질문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51860" y="2788920"/>
            <a:ext cx="7886700" cy="566928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5012" y="2862072"/>
            <a:ext cx="77403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프로젝트에서 보여주는 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3355848"/>
            <a:ext cx="26289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429000"/>
            <a:ext cx="24825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무엇을 만들었나?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451860" y="3355848"/>
            <a:ext cx="78867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5012" y="3429000"/>
            <a:ext cx="77403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시세를 보며 연습하는 Java 기반 모의주식투자 웹앱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822960" y="3922776"/>
            <a:ext cx="2628900" cy="566928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995928"/>
            <a:ext cx="24825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API가 필요한가?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451860" y="3922776"/>
            <a:ext cx="7886700" cy="566928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5012" y="3995928"/>
            <a:ext cx="77403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더미 가격이 아니라 현재가와 거래량을 기준으로 종목을 판단하기 위해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822960" y="4489704"/>
            <a:ext cx="26289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562856"/>
            <a:ext cx="24825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DB가 필요한가?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451860" y="4489704"/>
            <a:ext cx="78867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5012" y="4562856"/>
            <a:ext cx="77403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서버를 껐다 켜도 보유 종목과 거래 기록이 유지되도록 하기 위해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822960" y="5056632"/>
            <a:ext cx="2628900" cy="566928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129784"/>
            <a:ext cx="24825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어디가 Java 활용인가?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3451860" y="5056632"/>
            <a:ext cx="7886700" cy="566928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5012" y="5129784"/>
            <a:ext cx="77403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HttpClient, Thread, Collection, JDBC, WebSocket 구조를 직접 연결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MockBrokerServer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가격 Tick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BrokerFeedClient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2119579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144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묶음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2499" y="841248"/>
            <a:ext cx="4685386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5651" y="9144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파일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41248"/>
            <a:ext cx="4350715" cy="5105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144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35178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42494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실행/요청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22499" y="135178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5651" y="142494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35178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42494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시작과 API 라우팅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186232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193548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로직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22499" y="186232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95651" y="193548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186232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193548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관리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237286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44602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22499" y="237286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5651" y="244602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ProjectDatabase, MySqlDatabase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237286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244602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저장과 데이터 로드/저장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2883408"/>
            <a:ext cx="2119579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295656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22499" y="2883408"/>
            <a:ext cx="4685386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5651" y="295656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KisWebSocketQuoteClient, MockBrokerServer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2883408"/>
            <a:ext cx="4350715" cy="5105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295656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시세와 모의 소켓 Tick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3393948"/>
            <a:ext cx="2119579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3467100"/>
            <a:ext cx="1973275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화면/도메인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22499" y="3393948"/>
            <a:ext cx="4685386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95651" y="3467100"/>
            <a:ext cx="4539082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MiniDashboardPage, Member, Stock, Share, TradeLog, StockCategories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3393948"/>
            <a:ext cx="4350715" cy="5105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3467100"/>
            <a:ext cx="4204411" cy="3825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UI와 종목/거래 데이터 모델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7772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라우팅 - MiniHandler.java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"/api/state" -&gt; project.stateJson();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6263640" y="42519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 저장 - MiniProject.java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544568"/>
            <a:ext cx="5212080" cy="941832"/>
          </a:xfrm>
          <a:prstGeom prst="roundRect">
            <a:avLst>
              <a:gd name="adj" fmla="val 3883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467258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895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계좌, 종목, 보유, 거래 내역 표현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275320" y="868680"/>
            <a:ext cx="32461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014984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39912" y="1344168"/>
            <a:ext cx="2916936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59436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 → 종목별 회사 프로필 클래스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회사명, 업종, 설명 형식을 공통화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172200" y="2331720"/>
            <a:ext cx="5349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2478024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36792" y="2807208"/>
            <a:ext cx="5020056" cy="5212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→ 업종별 분류/위험 설명 규칙 통일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상세 화면에서 업종 설명으로 사용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960120" y="4160520"/>
            <a:ext cx="254889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423367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검증 항목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09010" y="4160520"/>
            <a:ext cx="7646670" cy="35433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82162" y="423367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결과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120" y="451485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3272" y="458800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타입 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509010" y="451485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2162" y="458800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 / interface / enum 합계 111개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960120" y="4869180"/>
            <a:ext cx="254889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3272" y="494233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패키지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3509010" y="4869180"/>
            <a:ext cx="7646670" cy="35433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82162" y="494233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app, controller, service, domain, repository, external, view, util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960120" y="5223510"/>
            <a:ext cx="254889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3272" y="5296662"/>
            <a:ext cx="240258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설계 목적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3509010" y="5223510"/>
            <a:ext cx="7646670" cy="35433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82162" y="5296662"/>
            <a:ext cx="750036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조건 맞추기용 더미가 아니라 종목 상세와 설명에 쓰이는 구조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68680"/>
            <a:ext cx="200802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9418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0942" y="868680"/>
            <a:ext cx="4796942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4094" y="9418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활용한 Java 클래스/라이브러리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07885" y="868680"/>
            <a:ext cx="4350715" cy="7543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81037" y="9418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프로젝트에서 맡은 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162306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169621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서버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10942" y="162306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84094" y="169621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307885" y="162306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1037" y="169621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브라우저 요청 수신, API 응답, 서버 스레드 관리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237744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45059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API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10942" y="237744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4094" y="245059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307885" y="237744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81037" y="245059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조회와 WebSocket 구독 시도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02920" y="313182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320497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상태 관리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10942" y="313182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84094" y="320497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LinkedHashMap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307885" y="313182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1037" y="320497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상태, 거래 기록, 가격 히스토리 저장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886200"/>
            <a:ext cx="200802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395935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DB 저장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510942" y="3886200"/>
            <a:ext cx="4796942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4094" y="395935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 DriverManager, PreparedStatement, ResultSet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307885" y="3886200"/>
            <a:ext cx="4350715" cy="7543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81037" y="395935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계좌/보유/거래 기록 저장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502920" y="4640580"/>
            <a:ext cx="200802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" y="4713732"/>
            <a:ext cx="186171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시간/출력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510942" y="4640580"/>
            <a:ext cx="4796942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84094" y="4713732"/>
            <a:ext cx="4650638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LocalDateTime, DateTimeFormatter, StringBuilder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307885" y="4640580"/>
            <a:ext cx="4350715" cy="7543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81037" y="4713732"/>
            <a:ext cx="4204411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 시간 표시와 HTML/JSON 문자열 생성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841248"/>
            <a:ext cx="3246120" cy="53035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6" name="Image 0" descr="C:\Users\user\Documents\Codex\2026-05-19\100\deliverables\ui-screenshots\ui-crop-01-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60120"/>
            <a:ext cx="3108960" cy="50840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1264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시장 시세 / 검색 / 페이지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3977640" y="841248"/>
            <a:ext cx="7635240" cy="342900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9" name="Image 1" descr="C:\Users\user\Documents\Codex\2026-05-19\100\deliverables\ui-screenshots\ui-crop-02-detail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960120"/>
            <a:ext cx="4983480" cy="3383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60520" y="4315968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종목 상세 / 매수·매도 입력</a:t>
            </a:r>
            <a:endParaRPr lang="en-US" sz="920" dirty="0"/>
          </a:p>
        </p:txBody>
      </p:sp>
      <p:sp>
        <p:nvSpPr>
          <p:cNvPr id="11" name="Text 7"/>
          <p:cNvSpPr/>
          <p:nvPr/>
        </p:nvSpPr>
        <p:spPr>
          <a:xfrm>
            <a:off x="9326880" y="1234440"/>
            <a:ext cx="1920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검색 결과에서 종목을 누르면</a:t>
            </a:r>
            <a:endParaRPr lang="en-US" sz="1130" dirty="0"/>
          </a:p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상세 정보와 주문 입력이</a:t>
            </a:r>
            <a:endParaRPr lang="en-US" sz="1130" dirty="0"/>
          </a:p>
          <a:p>
            <a:pPr indent="0" marL="0">
              <a:buNone/>
            </a:pPr>
            <a:r>
              <a:rPr lang="en-US" sz="1130" b="1" dirty="0">
                <a:solidFill>
                  <a:srgbClr val="182230"/>
                </a:solidFill>
              </a:rPr>
              <a:t>같은 화면에서 이어진다.</a:t>
            </a:r>
            <a:endParaRPr lang="en-US" sz="1130" dirty="0"/>
          </a:p>
        </p:txBody>
      </p:sp>
      <p:sp>
        <p:nvSpPr>
          <p:cNvPr id="12" name="Text 8"/>
          <p:cNvSpPr/>
          <p:nvPr/>
        </p:nvSpPr>
        <p:spPr>
          <a:xfrm>
            <a:off x="9326880" y="2487168"/>
            <a:ext cx="18745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67085"/>
                </a:solidFill>
              </a:rPr>
              <a:t>시세 확인 → 수량 입력 → 매수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667085"/>
                </a:solidFill>
              </a:rPr>
              <a:t>보유 종목 기준 매도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3977640" y="4709160"/>
            <a:ext cx="76352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pic>
        <p:nvPicPr>
          <p:cNvPr id="14" name="Image 2" descr="C:\Users\user\Documents\Codex\2026-05-19\100\deliverables\ui-screenshots\ui-crop-03-portfol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4828032"/>
            <a:ext cx="7388352" cy="8229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60520" y="5779008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F5FBF"/>
                </a:solidFill>
              </a:rPr>
              <a:t>보유 종목 / 평가금액 / 손익률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저장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914400"/>
            <a:ext cx="1975104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8755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테이블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9464" y="914400"/>
            <a:ext cx="4608576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98755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컬럼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78040" y="914400"/>
            <a:ext cx="4389120" cy="53721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51192" y="98755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저장되는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1610"/>
            <a:ext cx="1975104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476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569464" y="1451610"/>
            <a:ext cx="4608576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42616" y="152476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uid, name, balance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178040" y="1451610"/>
            <a:ext cx="438912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51192" y="152476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단일 모의 계좌와 현재 현금 잔액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1988820"/>
            <a:ext cx="1975104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06197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shares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2569464" y="1988820"/>
            <a:ext cx="4608576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2616" y="206197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member_uid, stock_name, quantity, purchase_price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178040" y="1988820"/>
            <a:ext cx="4389120" cy="53721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51192" y="206197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보유 종목, 수량, 총 매입금액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526030"/>
            <a:ext cx="1975104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599182"/>
            <a:ext cx="1828800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trade_logs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569464" y="2526030"/>
            <a:ext cx="4608576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2599182"/>
            <a:ext cx="446227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id, member_uid, stock_name, quantity, price, trade_type, traded_at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7178040" y="2526030"/>
            <a:ext cx="4389120" cy="53721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51192" y="2599182"/>
            <a:ext cx="424281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매수/매도 거래 기록과 거래 시각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매수 요청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5895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브라우저가 /api/stock/buy 호출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265176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92608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9067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잔액 확인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09067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MiniProject가 가격×수량 계산</a:t>
            </a:r>
            <a:endParaRPr lang="en-US" sz="1070" dirty="0"/>
          </a:p>
        </p:txBody>
      </p:sp>
      <p:sp>
        <p:nvSpPr>
          <p:cNvPr id="36" name="Shape 34"/>
          <p:cNvSpPr/>
          <p:nvPr/>
        </p:nvSpPr>
        <p:spPr>
          <a:xfrm>
            <a:off x="498348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25780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2239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보유 갱신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2239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shares 수량과 매입금액 반영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731520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58952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거래 저장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75411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trade_logs에 거래 내역 추가</a:t>
            </a:r>
            <a:endParaRPr lang="en-US" sz="1070" dirty="0"/>
          </a:p>
        </p:txBody>
      </p:sp>
      <p:sp>
        <p:nvSpPr>
          <p:cNvPr id="44" name="Shape 42"/>
          <p:cNvSpPr/>
          <p:nvPr/>
        </p:nvSpPr>
        <p:spPr>
          <a:xfrm>
            <a:off x="9646920" y="4233672"/>
            <a:ext cx="210312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921240" y="3703320"/>
            <a:ext cx="2057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85832" y="3849624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5. 화면 갱신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85832" y="4178808"/>
            <a:ext cx="1728216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/api/state로 평가금액과 손익 표시</a:t>
            </a:r>
            <a:endParaRPr lang="en-US" sz="1070" dirty="0"/>
          </a:p>
        </p:txBody>
      </p:sp>
      <p:sp>
        <p:nvSpPr>
          <p:cNvPr id="48" name="Text 46"/>
          <p:cNvSpPr/>
          <p:nvPr/>
        </p:nvSpPr>
        <p:spPr>
          <a:xfrm>
            <a:off x="822960" y="5806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F5FBF"/>
                </a:solidFill>
              </a:rPr>
              <a:t>평균단가는 DB에 따로 저장하지 않고 purchase_price / quantity로 계산한다.</a:t>
            </a:r>
            <a:endParaRPr lang="en-US" sz="12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8" name="Shape 6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개선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테스트 코드 보강, 서비스 세분화, WebSocket 실환경 검증 결과 문서화</a:t>
            </a:r>
            <a:endParaRPr lang="en-US" sz="10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0~8초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웹사이트 접속과 시장 시세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자산 요약과 거래량 상위 종목 확인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8~17초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종목코드 검색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검색창에 009150을 입력해 삼성전기 조회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17~30초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상세와 그래프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가격 변화 그래프 확인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30~44초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수량 입력 후 매수, 보유 종목 손익 확인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2026-06-15T14:38:32Z</dcterms:created>
  <dcterms:modified xsi:type="dcterms:W3CDTF">2026-06-15T14:38:32Z</dcterms:modified>
</cp:coreProperties>
</file>