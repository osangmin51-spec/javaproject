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MySQL 저장,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MySQL 저장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투자자,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DatabaseIntegration.java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테이블 생성, 저장/로드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KisIntegration.java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StockCategoryProfiles.java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BrokerIntegration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DatabaseSnapshot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DriverManager, PreparedStatement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필수 저장, 스키마 생성, 데이터 로드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WebPages, 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보안, 화면 역할을 나눴고, 제출용 컴파일을 쉽게 하기 위해 현재는 루트 파일 중심으로 유지했다.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members, shares, trade_logs 테이블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KisIntegration.java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member = defaultMember();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member.stocks.get(stockName);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DatabaseIntegration.java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투자자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개선 계획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현재는 루트 파일 중심, 이후 controller/service/repository/model 패키지 분리 예정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문서 정합성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PPT, 보고서, README가 실제 코드 구조와 같은 용어를 쓰도록 정리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2026-06-15T01:42:13Z</dcterms:created>
  <dcterms:modified xsi:type="dcterms:W3CDTF">2026-06-15T01:42:13Z</dcterms:modified>
</cp:coreProperties>
</file>