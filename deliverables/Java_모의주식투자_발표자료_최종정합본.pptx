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제안발표 전 vs 최종 구현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제안발표 단계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최종 구현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Java 기능 구현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증권 API 기반 모의주식투자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초기 샘플/내부 데이터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현재가, 등락률, 누적 거래량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메모리 중심 구상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필수 테이블 저장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목록과 입력 화면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상세, 그래프, 포트폴리오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흐름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드롭다운 선택 후 주문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클릭 → 상세 확인 → 매수/매도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변경 이유: 모의주식투자라는 주제라면 임의 가격보다 실제 시세와 거래량을 쓰는 편이 목적이 더 분명하다고 판단했다.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MySQL 저장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56896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56896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43764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1079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43764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1079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00660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07975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00660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07975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57556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64871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57556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64871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14452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21767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DatabaseIntegration.java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14452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21767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테이블 생성, 저장/로드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371348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78663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KisIntegration.java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371348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378663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28244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35559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PasswordHasher.java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28244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35559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Salt 기반 SHA-256 비밀번호 해시와 검증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485140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492455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StockCategoryProfiles.java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485140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492455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위험 설명 타입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40080" y="542036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549351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WebPages.java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4370832" y="542036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43984" y="549351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 → MiniHandler → 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BrokerIntegration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위험 설명이 실제 종목 상세에 쓰이도록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1707642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896112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9122" y="822960"/>
            <a:ext cx="3073756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2274" y="896112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92878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6030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94319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471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1521823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1594975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119122" y="1521823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2274" y="1594975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92878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030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494319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471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라우팅, JSON 응답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11480" y="2220686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2293838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119122" y="2220686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274" y="2293838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92878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66030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Comparator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494319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471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처리, 포트폴리오 계산,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11480" y="2919549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2992701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 모델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119122" y="2919549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2274" y="2992701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92878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66030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record 성격의 데이터 객체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494319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67471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종목, 보유 수량, 거래 내역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" y="3618411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" y="3691563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119122" y="3618411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2274" y="3691563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192878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66030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494319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7471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연동과 실패 시 전환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11480" y="4317274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390426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저장소/보안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119122" y="4317274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274" y="4390426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PasswordHasher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192878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66030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DriverManager, SecureRandom, MessageDigest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494319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67471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필수 저장, 비밀번호 해시, 세션 기반 로그인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411480" y="5016137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" y="5089289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화면/분류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2119122" y="5016137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92274" y="5089289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WebPages, Json, CompanyProfile, StockCategoryProfile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5192878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66030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HTML/CSS/JS, abstract class, interface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8494319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67471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화면 생성, JSON 처리, 회사/업종 설명 구조화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보안, 화면 역할을 나눴고, 제출용 컴파일을 쉽게 하기 위해 현재는 루트 파일 중심으로 유지했다.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접속/로그인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정보, 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members, shares, trade_logs MySQL 필수 테이블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login_id, pwd, purchase_price, trade_type, traded_at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members, shares, trade_logs 테이블 저장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SecureRandom, MessageDigest: 비밀번호 Salt 생성과 해시 검증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일부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라우팅 - MiniHandler.java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161288"/>
            <a:ext cx="530352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289304"/>
            <a:ext cx="5029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sessionId = sessionCookie(exchange);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("GET".equals(method) &amp;&amp; "/api/state".equals(path))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send(exchange, 200, "application/json", project.stateJson(sessionId));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json = switch (path)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"/api/stock/buy" -&gt; project.buyStock(body, sessionId);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"/api/stock/sell" -&gt; project.sellStock(body, sessionId);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-&gt; Json.obj("ok", false, "error", "없는 API");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6217920" y="86868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현재가 조회 - KisIntegration.java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161288"/>
            <a:ext cx="534924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289304"/>
            <a:ext cx="5074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 request = HttpRequest.newBuilder(uri)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.header("authorization", "Bearer " + token)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.header("appkey", config.appKey)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.header("tr_id", "FHKST01010100")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.GET()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HttpResponse&lt;String&gt; response = client.send(request, BodyHandlers.ofString());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594360" y="3246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처리 - MiniProject.java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538728"/>
            <a:ext cx="530352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66744"/>
            <a:ext cx="502920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 member = member(sessionId);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stock = member.stocks.get(stockName);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total = (long) stock.price * quantity;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(member.balance &lt; total) return Json.obj("ok", 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member.balance -= total;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member.shares.put(stockName, share.buy(quantity, total));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저장 - DatabaseIntegration.java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38728"/>
            <a:ext cx="534924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666744"/>
            <a:ext cx="507492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(Connection con = DriverManager.getConnection(url, user, password))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con.setAutoCommit(false);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insertMembers(con,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insertShares(con,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insertTradeLogs(con, logs);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con.commit();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30"/>
                </a:solidFill>
              </a:rPr>
              <a:t>발표에서는 전체 코드를 읽기보다 요청 처리, 외부 API, 거래 처리, 저장 흐름이 실제로 연결되어 있다는 점을 보여준다.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보안/세션 보완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비밀번호는 Salt+SHA-256 해시로 저장하고, 로그인 상태는 HttpOnly 쿠키 세션으로 관리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개선 계획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현재는 루트 파일 중심, 이후 controller/service/repository/model 패키지 분리 예정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배포 보완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HTTPS, 세션 만료 시간, CSRF 방어는 실제 배포 단계에서 추가 필요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0~10초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로그인과 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웹앱으로 실행되는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10~25초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25~40초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40~55초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2026-06-15T01:32:18Z</dcterms:created>
  <dcterms:modified xsi:type="dcterms:W3CDTF">2026-06-15T01:32:18Z</dcterms:modified>
</cp:coreProperties>
</file>