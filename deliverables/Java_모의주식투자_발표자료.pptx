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제안발표 전 vs 최종 구현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제안발표 단계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최종 구현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미니프로젝트 기능 구현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증권 API 기반 모의주식투자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초기 샘플/내부 데이터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현재가, 등락률, 누적 거래량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메모리 중심 구상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기본 목록과 입력 화면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상세, 그래프, 포트폴리오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흐름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드롭다운 선택 후 주문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클릭 → 상세 확인 → 매수/매도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변경 이유: 모의주식투자라는 주제라면 임의 가격보다 실제 시세와 거래량을 쓰는 편이 목적이 더 분명하다고 판단했다.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MySQL 저장,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56896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43764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107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43764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107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00660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0797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00660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0797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57556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6487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57556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6487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14452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21767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DatabaseIntegration.java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14452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21767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371348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378663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KisIntegration.java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371348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378663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28244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35559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PasswordHasher.java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28244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35559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Salt 기반 SHA-256 비밀번호 해시와 검증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4851400"/>
            <a:ext cx="3730752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492455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StockCategoryProfiles.java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4851400"/>
            <a:ext cx="7242048" cy="56896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492455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종목 분류 타입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40080" y="5420360"/>
            <a:ext cx="3730752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5493512"/>
            <a:ext cx="3584448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WebPages.java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4370832" y="5420360"/>
            <a:ext cx="7242048" cy="56896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3984" y="5493512"/>
            <a:ext cx="7095744" cy="440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MiniProjectApp → MiniHandler → 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BrokerIntegration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분류를 의미 있는 구조로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접속/로그인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7162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72212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79527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72212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79527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정보, 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43840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51155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43840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51155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315468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22783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315468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322783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870960"/>
            <a:ext cx="2273198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94411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870960"/>
            <a:ext cx="8059522" cy="7162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94411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members, shares, trade_logs MySQL 테이블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587240"/>
            <a:ext cx="2273198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660392"/>
            <a:ext cx="2126894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587240"/>
            <a:ext cx="8059522" cy="7162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660392"/>
            <a:ext cx="7913218" cy="588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65967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574074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647226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574074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647226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233749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306901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233749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306901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893423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966575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893423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966575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553097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626249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553097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626249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4212771"/>
            <a:ext cx="267462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4285923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4212771"/>
            <a:ext cx="8023860" cy="65967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4285923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저장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872446"/>
            <a:ext cx="267462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945598"/>
            <a:ext cx="252831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872446"/>
            <a:ext cx="8023860" cy="65967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945598"/>
            <a:ext cx="7877556" cy="5316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SecureRandom, MessageDigest: 비밀번호 Salt 생성과 해시 검증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일부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94360" y="868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 라우팅 - MiniHandler.java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94360" y="1161288"/>
            <a:ext cx="530352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89304"/>
            <a:ext cx="50292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sessionId = sessionCookie(exchange);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("GET".equals(method) &amp;&amp; "/api/state".equals(path))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send(exchange, 200, "application/json", project.stateJson(sessionId));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json = switch (path)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"/api/stock/buy" -&gt; project.buyStock(body,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"/api/stock/sell" -&gt; project.sellStock(body, 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 -&gt; Json.obj("ok", false, "error", "없는 API");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};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6217920" y="86868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현재가 조회 - KisIntegration.java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161288"/>
            <a:ext cx="5349240" cy="1719072"/>
          </a:xfrm>
          <a:prstGeom prst="roundRect">
            <a:avLst>
              <a:gd name="adj" fmla="val 212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1289304"/>
            <a:ext cx="507492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HttpRequest request = HttpRequest.newBuilder(uri)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.header("authorization", "Bearer " + token)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.header("appkey", config.appKey)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.header("tr_id", "FHKST01010100")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.GET()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.build();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HttpResponse&lt;String&gt; response = client.send(request, BodyHandlers.ofString());</a:t>
            </a:r>
            <a:endParaRPr lang="en-US" sz="690" dirty="0"/>
          </a:p>
        </p:txBody>
      </p:sp>
      <p:sp>
        <p:nvSpPr>
          <p:cNvPr id="12" name="Text 10"/>
          <p:cNvSpPr/>
          <p:nvPr/>
        </p:nvSpPr>
        <p:spPr>
          <a:xfrm>
            <a:off x="594360" y="3246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 처리 - MiniProject.java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538728"/>
            <a:ext cx="530352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666744"/>
            <a:ext cx="502920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 member = member(sessionId);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 stock = member.stocks.get(stockName);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total = (long) stock.price * quantity;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(member.balance &lt; total) return Json.obj("ok", 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member.balance -= total;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member.shares.put(stockName, share.buy(quantity, total));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6217920" y="3246120"/>
            <a:ext cx="5349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MySQL 저장 - DatabaseIntegration.java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3538728"/>
            <a:ext cx="5349240" cy="1947672"/>
          </a:xfrm>
          <a:prstGeom prst="roundRect">
            <a:avLst>
              <a:gd name="adj" fmla="val 1878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666744"/>
            <a:ext cx="507492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(Connection con = DriverManager.getConnection(url, user, password)) {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con.setAutoCommit(false);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insertMembers(con,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insertShares(con, members);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insertTradeLogs(con, logs);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con.commit();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230"/>
                </a:solidFill>
              </a:rPr>
              <a:t>발표에서는 전체 코드를 읽기보다 요청 처리, 외부 API, 거래 처리, 저장 흐름이 실제로 연결되어 있다는 점을 보여준다.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보안/세션 보완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비밀번호는 Salt+SHA-256 해시로 저장하고, 로그인 상태는 HttpOnly 쿠키 세션으로 관리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개선 계획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현재는 루트 파일 중심, 이후 controller/service/repository/model 패키지 분리 예정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배포 보완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HTTPS, 세션 만료 시간, CSRF 방어는 실제 배포 단계에서 추가 필요</a:t>
            </a:r>
            <a:endParaRPr lang="en-US" sz="10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0~10초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로그인과 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웹앱으로 실행되는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10~25초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25~40초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40~55초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2026-06-14T20:31:12Z</dcterms:created>
  <dcterms:modified xsi:type="dcterms:W3CDTF">2026-06-14T20:31:12Z</dcterms:modified>
</cp:coreProperties>
</file>