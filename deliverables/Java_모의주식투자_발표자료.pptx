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3"/>
          </a:solidFill>
          <a:ln w="12700">
            <a:solidFill>
              <a:srgbClr val="12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48640"/>
            <a:ext cx="73152" cy="5394960"/>
          </a:xfrm>
          <a:prstGeom prst="rect">
            <a:avLst/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D2FF"/>
                </a:solidFill>
              </a:rPr>
              <a:t>개인 프로젝트 발표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9611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Java 프로젝트 모의주식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804672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5FF"/>
                </a:solidFill>
              </a:rPr>
              <a:t>KIS Open API 기반 모의주식투자 웹앱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3977640"/>
            <a:ext cx="3749040" cy="530352"/>
          </a:xfrm>
          <a:prstGeom prst="roundRect">
            <a:avLst>
              <a:gd name="adj" fmla="val 10345"/>
            </a:avLst>
          </a:prstGeom>
          <a:solidFill>
            <a:srgbClr val="1F5FB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114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KIS Open API · MySQL · Java HttpServer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914400"/>
            <a:ext cx="3840480" cy="4297680"/>
          </a:xfrm>
          <a:prstGeom prst="rect">
            <a:avLst/>
          </a:prstGeom>
          <a:solidFill>
            <a:srgbClr val="182B45">
              <a:alpha val="90000"/>
            </a:srgbClr>
          </a:solidFill>
          <a:ln w="12700">
            <a:solidFill>
              <a:srgbClr val="2841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1143000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8432" y="125272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시장 시세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1801368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1F5FBF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8432" y="19110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종목 상세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18120" y="2459736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256946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검색/즐겨찾기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3118104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3227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매수/매도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3776472"/>
            <a:ext cx="3154680" cy="420624"/>
          </a:xfrm>
          <a:prstGeom prst="roundRect">
            <a:avLst>
              <a:gd name="adj" fmla="val 10870"/>
            </a:avLst>
          </a:prstGeom>
          <a:solidFill>
            <a:srgbClr val="243A58"/>
          </a:solidFill>
          <a:ln w="12700">
            <a:solidFill>
              <a:srgbClr val="3851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38862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포트폴리오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18120" y="4645152"/>
            <a:ext cx="3291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실제 시세를 보고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모의 매매를 연습하는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7E5FF"/>
                </a:solidFill>
              </a:rPr>
              <a:t>Java 웹앱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제안발표 전 vs 최종 구현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0332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9464" y="960120"/>
            <a:ext cx="395020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42616" y="10332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제안발표 단계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19672" y="960120"/>
            <a:ext cx="504748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92824" y="10332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최종 구현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65354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7266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569464" y="165354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72669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미니프로젝트 기능 구현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519672" y="165354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2669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실제 증권 API 기반 모의주식투자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34696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4201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데이터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569464" y="234696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2616" y="242011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초기 샘플/내부 데이터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19672" y="234696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42011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현재가, 등락률, 누적 거래량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304038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31135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569464" y="304038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311353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메모리 중심 구상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519672" y="304038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11353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테이블 저장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73380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8069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화면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569464" y="3733800"/>
            <a:ext cx="395020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42616" y="380695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기본 목록과 입력 화면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519672" y="3733800"/>
            <a:ext cx="504748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92824" y="380695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상세, 그래프, 포트폴리오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594360" y="44272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45003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흐름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569464" y="4427220"/>
            <a:ext cx="395020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42616" y="4500372"/>
            <a:ext cx="380390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드롭다운 선택 후 주문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6519672" y="4427220"/>
            <a:ext cx="504748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2824" y="4500372"/>
            <a:ext cx="490118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클릭 → 상세 확인 → 매수/매도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73152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F5FBF"/>
                </a:solidFill>
              </a:rPr>
              <a:t>변경 이유: 모의주식투자라는 주제라면 임의 가격보다 실제 시세와 거래량을 쓰는 편이 목적이 더 분명하다고 판단했다.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실제 시세 기반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Open API에서 현재가, 등락률, 거래량을 받아와 모의투자 화면에 반영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43400" y="914400"/>
            <a:ext cx="3566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060704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사용자 매매 흐름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07992" y="1389888"/>
            <a:ext cx="323697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시장 시세에서 종목 클릭 → 상세 확인 → 매수 / 보유 탭에서 매도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092440" y="914400"/>
            <a:ext cx="3474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1060704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포트폴리오 손익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7032" y="1389888"/>
            <a:ext cx="3145536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주식 평가금액, 실시간 손익, 수익률을 자동 계산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914400" y="278892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API, MySQL 저장, 소켓 통신, 컬렉션을 하나의 Java 프로젝트 안에서 연결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거래량 상위 종목을 중심으로 사용자가 볼 만한 종목을 먼저 노출</a:t>
            </a:r>
            <a:endParaRPr lang="en-US" sz="1500" dirty="0"/>
          </a:p>
          <a:p>
            <a:r>
              <a:rPr lang="en-US" sz="15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그래프로 단순 매매 입력보다 실제 투자 화면에 가까운 흐름 구현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시스템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웹 UI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27432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MiniHandler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MiniProject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086600" y="11887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9752" y="13898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MySqlDatabase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7432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KisQuotePoller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84632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KisQuoteClient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70866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EAF2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597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KIS Open API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84632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086600" y="48463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504748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실시간 Tick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144000" y="329184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1F5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82230"/>
                </a:solidFill>
              </a:rPr>
              <a:t>Broker Socket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377440" y="1508760"/>
            <a:ext cx="3657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89120" y="150876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92240" y="15087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89120" y="3611880"/>
            <a:ext cx="45720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361188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92240" y="5166360"/>
            <a:ext cx="59436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732520" y="3611880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22960" y="598932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브라우저는 /api/state를 주기적으로 호출하고, 서버는 백그라운드 Thread에서 시세와 포트폴리오 상태를 갱신한다.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868680"/>
            <a:ext cx="3730752" cy="6400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4183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파일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0832" y="868680"/>
            <a:ext cx="7242048" cy="6400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94183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역할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58191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MiniProjectApp.java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370832" y="150876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8191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 시작점, KIS/DB/소켓 초기화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2148840"/>
            <a:ext cx="3730752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22199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MiniHandler.java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370832" y="2148840"/>
            <a:ext cx="7242048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3984" y="222199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HTTP 요청 라우팅과 API 응답 처리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6207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MiniProject.java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70832" y="278892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286207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회원, 매매, 포트폴리오, 시세 상태 핵심 로직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3730752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50215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DatabaseIntegration.java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370832" y="3429000"/>
            <a:ext cx="7242048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43984" y="350215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연결, 테이블 생성, 저장/로드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14223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KisIntegration.java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370832" y="406908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414223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토큰 발급, 거래량 순위, 현재가 조회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4709160"/>
            <a:ext cx="3730752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78231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StockCategoryProfiles.java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370832" y="4709160"/>
            <a:ext cx="7242048" cy="6400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478231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업종·테마별 종목 분류 타입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40080" y="5349240"/>
            <a:ext cx="3730752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42239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WebPages.java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370832" y="5349240"/>
            <a:ext cx="7242048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43984" y="5422392"/>
            <a:ext cx="7095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HTML/CSS/JavaScript 화면 렌더링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클래스/인터페이스 설계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서버 계층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MiniProjectApp → MiniHandler → MiniProject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요청을 받고 핵심 로직으로 전달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52628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도메인 계층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Member, Stock, Share, TradeLog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회원/종목/거래 상태 관리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275320" y="91440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060704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외부 연동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39912" y="1389888"/>
            <a:ext cx="2779776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KisQuoteClient, BrokerIntegration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REST API와 소켓 흐름 처리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CompanyProfile 추상 클래스를 두고 종목별 회사 프로필 클래스가 공통 구조를 상속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309360" y="283464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980944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인터페이스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310128"/>
            <a:ext cx="4700016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StockCategoryProfile 인터페이스로 업종별 분류와 위험 설명 규칙을 통일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868680" y="50749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설계 이유: 100개 이상 타입 조건을 맞추면서도 회사 설명과 업종 분류를 의미 있는 구조로 분리했다.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vs 나의 역할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975104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875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15184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내가 주도한 부분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14032" y="914400"/>
            <a:ext cx="4498848" cy="69342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7184" y="9875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AI를 활용한 부분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60782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8097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주제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615184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모의주식투자 웹사이트 방향 결정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114032" y="160782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168097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구현 방식 후보 정리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40080" y="230124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37439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요구사항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615184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API, 거래량 상위, 그래프/즐겨찾기 요구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14032" y="230124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37439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코드 작성 보조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0080" y="299466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306781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UI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615184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8336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불필요한 기능 제거, 종목 클릭 중심 요구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7114032" y="299466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87184" y="306781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HTML/CSS/JS 구현 보조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3688080"/>
            <a:ext cx="1975104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76123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문제해결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615184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이상 지적, MySQL/소켓 구조 요구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7114032" y="3688080"/>
            <a:ext cx="4498848" cy="69342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87184" y="376123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원인 분석과 코드 수정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40080" y="4381500"/>
            <a:ext cx="1975104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454652"/>
            <a:ext cx="1828800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검증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2615184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실행 화면 확인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114032" y="4381500"/>
            <a:ext cx="4498848" cy="69342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7184" y="4454652"/>
            <a:ext cx="4352544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컴파일, API 상태, 문서 정리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FBF"/>
                </a:solidFill>
              </a:rPr>
              <a:t>핵심은 AI가 방향을 정한 것이 아니라, 내가 불편한 점과 프로젝트 목적을 계속 지적하면서 결과를 좁혀간 점이다.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시나리오와 Use Case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1. 접속/로그인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83464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2. 거래량 인기 종목 확인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71500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3. 검색/즐겨찾기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595360" y="14447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0972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13167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4. 종목 클릭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5. 그래프 확인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3464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6. 매수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1500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7. 보유 탭에서 매도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595360" y="3273552"/>
            <a:ext cx="411480" cy="0"/>
          </a:xfrm>
          <a:prstGeom prst="line">
            <a:avLst/>
          </a:prstGeom>
          <a:noFill/>
          <a:ln w="25400">
            <a:solidFill>
              <a:srgbClr val="1F5FB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2926080"/>
            <a:ext cx="23317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5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53728" y="3145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82230"/>
                </a:solidFill>
              </a:rPr>
              <a:t>8. 손익 확인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230"/>
                </a:solidFill>
              </a:rPr>
              <a:t>사용자 흐름이 목록에서 아무 종목이나 고르는 방식이 아니라, 실제 투자 앱처럼 종목을 먼저 보고 판단하는 흐름이 되도록 바꿨다.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UI / 화면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상단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현금, 평가액, 총자산, 손익, 수익률 표시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52044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시장 시세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거래량 상위 종목을 10개씩 페이지로 표시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46520" y="9144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06070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종목 상세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1112" y="1389888"/>
            <a:ext cx="241401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현재가, 그래프, 매수 입력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372600" y="914400"/>
            <a:ext cx="21945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060704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보유 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37192" y="1389888"/>
            <a:ext cx="186537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보유 종목별 매도 수량 입력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0080" y="2423160"/>
            <a:ext cx="10881360" cy="3017520"/>
          </a:xfrm>
          <a:prstGeom prst="rect">
            <a:avLst/>
          </a:prstGeom>
          <a:solidFill>
            <a:srgbClr val="F6F9FD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시장 시세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1546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검색창 · 즐겨찾기 · 10개 단위 페이지 · 상세/매수 버튼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종목 상세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154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현재가 · 등락률 · 가격 변화 그래프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매수 수량 입력 → 매수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005840"/>
            <a:ext cx="2273198" cy="7162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07899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단계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7598" y="1005840"/>
            <a:ext cx="8059522" cy="716280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0750" y="107899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내용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72212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79527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입력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187598" y="172212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0750" y="179527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 정보, 종목 선택, 즐겨찾기, 매수/매도 수량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914400" y="2438400"/>
            <a:ext cx="2273198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51155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외부 입력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187598" y="2438400"/>
            <a:ext cx="8059522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0750" y="251155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현재가/등락률/거래량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4400" y="315468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2783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처리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187598" y="315468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0750" y="322783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잔액 확인, 보유 수량 확인, 매매 체결, 손익 계산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14400" y="3870960"/>
            <a:ext cx="2273198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94411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저장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187598" y="3870960"/>
            <a:ext cx="8059522" cy="716280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0750" y="394411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members, shares, trade_logs MySQL 테이블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4400" y="4587240"/>
            <a:ext cx="2273198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660392"/>
            <a:ext cx="2126894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출력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187598" y="4587240"/>
            <a:ext cx="8059522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0750" y="4660392"/>
            <a:ext cx="7913218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시세, 종목 상세, 그래프, 포트폴리오, 거래 기록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처리 방식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914400"/>
            <a:ext cx="2674620" cy="65967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987552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데이터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51860" y="914400"/>
            <a:ext cx="8023860" cy="659674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5012" y="987552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처리 방식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1574074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647226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주식 시세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451860" y="1574074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5012" y="1647226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KIS 현재가 REST API 조회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2233749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306901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선별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451860" y="2233749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5012" y="2306901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기준 상위 종목을 선별해 자동 갱신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77240" y="2893423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966575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실시간성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451860" y="2893423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5012" y="2966575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전체 종목 매초 조회 대신 상위 목록 중심 갱신 + 소켓 구독 구조 실험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77240" y="3553097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626249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소켓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3451860" y="3553097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5012" y="3626249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모의 증권사 서버의 가격 Tick 구독 구조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77240" y="4212771"/>
            <a:ext cx="267462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285923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사용자 데이터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3451860" y="4212771"/>
            <a:ext cx="8023860" cy="659674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5012" y="4285923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MySQL 테이블 저장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77240" y="4872446"/>
            <a:ext cx="267462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4945598"/>
            <a:ext cx="252831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가격 그래프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451860" y="4872446"/>
            <a:ext cx="8023860" cy="659674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5012" y="4945598"/>
            <a:ext cx="7877556" cy="5316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서버가 보관한 최근 가격 히스토리 표시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달간 시행착오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914400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060704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저장 문제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89888"/>
            <a:ext cx="4654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서버 재시작 시 데이터가 사라지는 문제를 MySQL 저장 구조로 변경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172200" y="914400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6792" y="1060704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인코딩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36792" y="1389888"/>
            <a:ext cx="4654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한글 UI가 깨지지 않도록 UTF-8 기준으로 정리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478024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API 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2807208"/>
            <a:ext cx="4654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KIS 키를 환경변수로 관리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478024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가격 표시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36792" y="2807208"/>
            <a:ext cx="4654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초기값과 API값이 섞이는 문제를 확인하고 갱신 흐름을 보정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85800" y="3749040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EAF2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895344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API 지연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" y="4224528"/>
            <a:ext cx="4654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2700개 전체 조회 대신 거래량 상위 종목 중심으로 범위 축소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6172200" y="3749040"/>
            <a:ext cx="4983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895344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UI 단순화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36792" y="4224528"/>
            <a:ext cx="4654296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82230"/>
                </a:solidFill>
              </a:rPr>
              <a:t>운세/수동 날짜 진행 제거, 검색·즐겨찾기·상세 매매 흐름 강화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클래스 활용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96012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HttpServer: 프레임워크 없이 웹 서버 구현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HttpClient: KIS API 호출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Thread: 백그라운드 시세 갱신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ConcurrentHashMap: 회원/종목 상태 동시 접근 처리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ArrayList, LinkedHashMap, List: 거래 기록, 가격 히스토리, 조회 순서 관리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JDBC DriverManager: MySQL 저장소 연결</a:t>
            </a:r>
            <a:endParaRPr lang="en-US" sz="1400" dirty="0"/>
          </a:p>
          <a:p>
            <a:r>
              <a:rPr lang="en-US" sz="1400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LocalDateTime, DateTimeFormatter: 거래 시간과 시세 갱신 시각 표시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5F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구성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594360"/>
            <a:ext cx="1152144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47104"/>
            <a:ext cx="7680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797"/>
                </a:solidFill>
              </a:rPr>
              <a:t>Java 프로젝트 모의주식 | KIS Open API · MySQL · 소켓 기반 모의투자 웹앱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868680"/>
            <a:ext cx="1152144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9418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구간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46504" y="868680"/>
            <a:ext cx="230428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9656" y="941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보여줄 화면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50792" y="868680"/>
            <a:ext cx="2944368" cy="585216"/>
          </a:xfrm>
          <a:prstGeom prst="rect">
            <a:avLst/>
          </a:prstGeom>
          <a:solidFill>
            <a:srgbClr val="122033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23944" y="941832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말할 내용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1453896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1527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0~10초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1746504" y="1453896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9656" y="152704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로그인과 상단 요약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050792" y="1453896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3944" y="152704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Java 웹앱으로 실행되는 점 설명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94360" y="2039112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11226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10~25초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1746504" y="2039112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19656" y="211226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시장 시세와 검색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050792" y="2039112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2112264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거래량 상위 종목과 검색/즐겨찾기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15214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25~40초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1746504" y="2624328"/>
            <a:ext cx="230428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9656" y="26974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 상세/그래프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050792" y="2624328"/>
            <a:ext cx="29443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23944" y="269748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현재가, 등락률, 그래프가 한 화면에 연결됨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3209544"/>
            <a:ext cx="1152144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328269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40~55초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1746504" y="3209544"/>
            <a:ext cx="230428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19656" y="328269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매수 후 보유 탭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050792" y="3209544"/>
            <a:ext cx="2944368" cy="585216"/>
          </a:xfrm>
          <a:prstGeom prst="rect">
            <a:avLst/>
          </a:prstGeom>
          <a:solidFill>
            <a:srgbClr val="F6F9FD"/>
          </a:solidFill>
          <a:ln w="762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23944" y="3282696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종목을 클릭해 매수하고 손익을 확인</a:t>
            </a:r>
            <a:endParaRPr lang="en-US" sz="920" dirty="0"/>
          </a:p>
        </p:txBody>
      </p:sp>
      <p:pic>
        <p:nvPicPr>
          <p:cNvPr id="36" name="Image 0" descr="C:\Users\user\Documents\Codex\2026-05-19\100\deliverables\mock-stock-website-demo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4297680" cy="242316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5FBF"/>
                </a:solidFill>
              </a:rPr>
              <a:t>첨부 영상 파일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31520" y="47091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230"/>
                </a:solidFill>
              </a:rPr>
              <a:t>deliverables/mock-stock-website-demo.webm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31520" y="5257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영상은 코드 설명보다 실제 실행 화면을 중심으로 짧게 보여주는 용도이다.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개인 프로젝트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프로젝트 모의주식</dc:title>
  <dc:subject>개인 프로젝트 발표 자료</dc:subject>
  <dc:creator>Java 모의주식투자 프로젝트</dc:creator>
  <cp:lastModifiedBy>Java 모의주식투자 프로젝트</cp:lastModifiedBy>
  <cp:revision>1</cp:revision>
  <dcterms:created xsi:type="dcterms:W3CDTF">2026-06-14T13:18:44Z</dcterms:created>
  <dcterms:modified xsi:type="dcterms:W3CDTF">2026-06-14T13:18:44Z</dcterms:modified>
</cp:coreProperties>
</file>