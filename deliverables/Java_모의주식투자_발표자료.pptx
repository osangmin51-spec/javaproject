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제안발표 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제안발표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증권 API 기반 모의주식투자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초기 샘플/내부 데이터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현재가, 등락률, 누적 거래량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흐름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→ 상세 확인 → 매수/매도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변경 이유: 모의주식투자라는 주제라면 임의 가격보다 실제 시세와 거래량을 쓰는 편이 목적이 더 분명하다고 판단했다.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MySQL 저장,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종목 분류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분류를 의미 있는 구조로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접속/로그인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72212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79527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72212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79527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정보, 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43840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51155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43840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51155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315468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22783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315468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322783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87096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94411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87096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94411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members, shares, trade_logs MySQL 테이블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58724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6603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58724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6603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574074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647226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574074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647226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233749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306901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233749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306901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893423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966575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893423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966575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553097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626249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553097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626249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4212771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4285923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4212771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4285923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872446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945598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872446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945598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저장 문제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 재시작 시 데이터가 사라지는 문제를 MySQL 저장 구조로 변경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172200" y="91440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06070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인코딩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36792" y="138988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한글 UI가 깨지지 않도록 UTF-8 기준으로 정리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85800" y="233172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47802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API 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0392" y="280720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키를 환경변수로 관리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172200" y="233172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47802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가격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80720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초기값과 API값이 섞이는 문제를 확인하고 갱신 흐름을 보정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85800" y="374904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389534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API 지연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0392" y="422452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2700개 전체 조회 대신 거래량 상위 종목 중심으로 범위 축소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172200" y="3749040"/>
            <a:ext cx="4983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3895344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단순화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6792" y="4224528"/>
            <a:ext cx="4654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운세/수동 날짜 진행 제거, 검색·즐겨찾기·상세 매매 흐름 강화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findStock(stockName);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(currentMember.balance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TradeLog(currentMember.uid,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로그인과 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웹앱으로 실행되는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2026-06-14T17:05:17Z</dcterms:created>
  <dcterms:modified xsi:type="dcterms:W3CDTF">2026-06-14T17:05:17Z</dcterms:modified>
</cp:coreProperties>
</file>